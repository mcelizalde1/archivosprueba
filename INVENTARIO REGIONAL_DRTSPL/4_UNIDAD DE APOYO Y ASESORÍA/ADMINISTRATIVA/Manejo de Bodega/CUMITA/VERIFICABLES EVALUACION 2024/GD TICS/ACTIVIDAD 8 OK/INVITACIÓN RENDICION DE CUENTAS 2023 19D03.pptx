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5290800" cy="12090400"/>
  <p:notesSz cx="15290800" cy="12090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159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6810" y="3748024"/>
            <a:ext cx="12997180" cy="2538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93620" y="6770624"/>
            <a:ext cx="10703560" cy="302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2780792"/>
            <a:ext cx="6651498" cy="7979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874762" y="2780792"/>
            <a:ext cx="6651498" cy="7979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5283815" cy="5683250"/>
          </a:xfrm>
          <a:custGeom>
            <a:avLst/>
            <a:gdLst/>
            <a:ahLst/>
            <a:cxnLst/>
            <a:rect l="l" t="t" r="r" b="b"/>
            <a:pathLst>
              <a:path w="15283815" h="5683250">
                <a:moveTo>
                  <a:pt x="15283676" y="0"/>
                </a:moveTo>
                <a:lnTo>
                  <a:pt x="0" y="0"/>
                </a:lnTo>
                <a:lnTo>
                  <a:pt x="0" y="5683073"/>
                </a:lnTo>
                <a:lnTo>
                  <a:pt x="14362986" y="5683087"/>
                </a:lnTo>
                <a:lnTo>
                  <a:pt x="15283676" y="5683073"/>
                </a:lnTo>
                <a:lnTo>
                  <a:pt x="15283676" y="0"/>
                </a:lnTo>
                <a:close/>
              </a:path>
            </a:pathLst>
          </a:custGeom>
          <a:solidFill>
            <a:srgbClr val="2C2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66480" y="9130"/>
            <a:ext cx="10862945" cy="5674360"/>
          </a:xfrm>
          <a:custGeom>
            <a:avLst/>
            <a:gdLst/>
            <a:ahLst/>
            <a:cxnLst/>
            <a:rect l="l" t="t" r="r" b="b"/>
            <a:pathLst>
              <a:path w="10862945" h="5674360">
                <a:moveTo>
                  <a:pt x="7168197" y="0"/>
                </a:moveTo>
                <a:lnTo>
                  <a:pt x="6827469" y="0"/>
                </a:lnTo>
                <a:lnTo>
                  <a:pt x="6818706" y="12700"/>
                </a:lnTo>
                <a:lnTo>
                  <a:pt x="6802552" y="38100"/>
                </a:lnTo>
                <a:lnTo>
                  <a:pt x="6786042" y="63500"/>
                </a:lnTo>
                <a:lnTo>
                  <a:pt x="6769201" y="88900"/>
                </a:lnTo>
                <a:lnTo>
                  <a:pt x="6752018" y="114300"/>
                </a:lnTo>
                <a:lnTo>
                  <a:pt x="6734480" y="139700"/>
                </a:lnTo>
                <a:lnTo>
                  <a:pt x="6716598" y="177800"/>
                </a:lnTo>
                <a:lnTo>
                  <a:pt x="6698361" y="203200"/>
                </a:lnTo>
                <a:lnTo>
                  <a:pt x="6679781" y="228600"/>
                </a:lnTo>
                <a:lnTo>
                  <a:pt x="6660845" y="254000"/>
                </a:lnTo>
                <a:lnTo>
                  <a:pt x="6641554" y="279400"/>
                </a:lnTo>
                <a:lnTo>
                  <a:pt x="6621907" y="317500"/>
                </a:lnTo>
                <a:lnTo>
                  <a:pt x="6601892" y="342900"/>
                </a:lnTo>
                <a:lnTo>
                  <a:pt x="6581534" y="368300"/>
                </a:lnTo>
                <a:lnTo>
                  <a:pt x="6560794" y="393700"/>
                </a:lnTo>
                <a:lnTo>
                  <a:pt x="6539700" y="431800"/>
                </a:lnTo>
                <a:lnTo>
                  <a:pt x="6518249" y="457200"/>
                </a:lnTo>
                <a:lnTo>
                  <a:pt x="6496418" y="482600"/>
                </a:lnTo>
                <a:lnTo>
                  <a:pt x="6474219" y="520700"/>
                </a:lnTo>
                <a:lnTo>
                  <a:pt x="6451651" y="546100"/>
                </a:lnTo>
                <a:lnTo>
                  <a:pt x="6428714" y="571500"/>
                </a:lnTo>
                <a:lnTo>
                  <a:pt x="6405397" y="596900"/>
                </a:lnTo>
                <a:lnTo>
                  <a:pt x="6381712" y="635000"/>
                </a:lnTo>
                <a:lnTo>
                  <a:pt x="6357645" y="660400"/>
                </a:lnTo>
                <a:lnTo>
                  <a:pt x="6333198" y="698500"/>
                </a:lnTo>
                <a:lnTo>
                  <a:pt x="6308356" y="723900"/>
                </a:lnTo>
                <a:lnTo>
                  <a:pt x="6283147" y="749300"/>
                </a:lnTo>
                <a:lnTo>
                  <a:pt x="6257544" y="787400"/>
                </a:lnTo>
                <a:lnTo>
                  <a:pt x="6231560" y="812800"/>
                </a:lnTo>
                <a:lnTo>
                  <a:pt x="6205182" y="838200"/>
                </a:lnTo>
                <a:lnTo>
                  <a:pt x="6178423" y="876300"/>
                </a:lnTo>
                <a:lnTo>
                  <a:pt x="6151257" y="901700"/>
                </a:lnTo>
                <a:lnTo>
                  <a:pt x="6123711" y="927100"/>
                </a:lnTo>
                <a:lnTo>
                  <a:pt x="6095758" y="965200"/>
                </a:lnTo>
                <a:lnTo>
                  <a:pt x="6067412" y="990600"/>
                </a:lnTo>
                <a:lnTo>
                  <a:pt x="6038672" y="1016000"/>
                </a:lnTo>
                <a:lnTo>
                  <a:pt x="6009525" y="1054100"/>
                </a:lnTo>
                <a:lnTo>
                  <a:pt x="5979973" y="1079500"/>
                </a:lnTo>
                <a:lnTo>
                  <a:pt x="5950013" y="1117600"/>
                </a:lnTo>
                <a:lnTo>
                  <a:pt x="5919660" y="1143000"/>
                </a:lnTo>
                <a:lnTo>
                  <a:pt x="5888888" y="1168400"/>
                </a:lnTo>
                <a:lnTo>
                  <a:pt x="5857710" y="1206500"/>
                </a:lnTo>
                <a:lnTo>
                  <a:pt x="5826112" y="1231900"/>
                </a:lnTo>
                <a:lnTo>
                  <a:pt x="5794108" y="1257300"/>
                </a:lnTo>
                <a:lnTo>
                  <a:pt x="5761685" y="1282700"/>
                </a:lnTo>
                <a:lnTo>
                  <a:pt x="5728843" y="1320800"/>
                </a:lnTo>
                <a:lnTo>
                  <a:pt x="5661914" y="1371600"/>
                </a:lnTo>
                <a:lnTo>
                  <a:pt x="5627814" y="1409700"/>
                </a:lnTo>
                <a:lnTo>
                  <a:pt x="5593283" y="1435100"/>
                </a:lnTo>
                <a:lnTo>
                  <a:pt x="5522950" y="1485900"/>
                </a:lnTo>
                <a:lnTo>
                  <a:pt x="5487136" y="1524000"/>
                </a:lnTo>
                <a:lnTo>
                  <a:pt x="5414226" y="1574800"/>
                </a:lnTo>
                <a:lnTo>
                  <a:pt x="5339562" y="1625600"/>
                </a:lnTo>
                <a:lnTo>
                  <a:pt x="5301577" y="1663700"/>
                </a:lnTo>
                <a:lnTo>
                  <a:pt x="5224284" y="1714500"/>
                </a:lnTo>
                <a:lnTo>
                  <a:pt x="5145214" y="1765300"/>
                </a:lnTo>
                <a:lnTo>
                  <a:pt x="5064353" y="1816100"/>
                </a:lnTo>
                <a:lnTo>
                  <a:pt x="4981689" y="1866900"/>
                </a:lnTo>
                <a:lnTo>
                  <a:pt x="4854270" y="1943100"/>
                </a:lnTo>
                <a:lnTo>
                  <a:pt x="4722723" y="2019300"/>
                </a:lnTo>
                <a:lnTo>
                  <a:pt x="4677943" y="2032000"/>
                </a:lnTo>
                <a:lnTo>
                  <a:pt x="4632693" y="2057400"/>
                </a:lnTo>
                <a:lnTo>
                  <a:pt x="4494123" y="2133600"/>
                </a:lnTo>
                <a:lnTo>
                  <a:pt x="4446994" y="2146300"/>
                </a:lnTo>
                <a:lnTo>
                  <a:pt x="4351299" y="2197100"/>
                </a:lnTo>
                <a:lnTo>
                  <a:pt x="4302734" y="2209800"/>
                </a:lnTo>
                <a:lnTo>
                  <a:pt x="4253674" y="2235200"/>
                </a:lnTo>
                <a:lnTo>
                  <a:pt x="4204144" y="2247900"/>
                </a:lnTo>
                <a:lnTo>
                  <a:pt x="4154132" y="2273300"/>
                </a:lnTo>
                <a:lnTo>
                  <a:pt x="4103624" y="2286000"/>
                </a:lnTo>
                <a:lnTo>
                  <a:pt x="4052633" y="2311400"/>
                </a:lnTo>
                <a:lnTo>
                  <a:pt x="4001147" y="2324100"/>
                </a:lnTo>
                <a:lnTo>
                  <a:pt x="3949179" y="2349500"/>
                </a:lnTo>
                <a:lnTo>
                  <a:pt x="3790277" y="2387600"/>
                </a:lnTo>
                <a:lnTo>
                  <a:pt x="3736314" y="2413000"/>
                </a:lnTo>
                <a:lnTo>
                  <a:pt x="3626891" y="2438400"/>
                </a:lnTo>
                <a:lnTo>
                  <a:pt x="3109290" y="2552700"/>
                </a:lnTo>
                <a:lnTo>
                  <a:pt x="3049193" y="2552700"/>
                </a:lnTo>
                <a:lnTo>
                  <a:pt x="2927439" y="2578100"/>
                </a:lnTo>
                <a:lnTo>
                  <a:pt x="2865780" y="2578100"/>
                </a:lnTo>
                <a:lnTo>
                  <a:pt x="2803588" y="2590800"/>
                </a:lnTo>
                <a:lnTo>
                  <a:pt x="2740863" y="2590800"/>
                </a:lnTo>
                <a:lnTo>
                  <a:pt x="2677617" y="2603500"/>
                </a:lnTo>
                <a:lnTo>
                  <a:pt x="2549512" y="2603500"/>
                </a:lnTo>
                <a:lnTo>
                  <a:pt x="2484653" y="2616200"/>
                </a:lnTo>
                <a:lnTo>
                  <a:pt x="1836153" y="2616200"/>
                </a:lnTo>
                <a:lnTo>
                  <a:pt x="1784007" y="2603500"/>
                </a:lnTo>
                <a:lnTo>
                  <a:pt x="1628533" y="2603500"/>
                </a:lnTo>
                <a:lnTo>
                  <a:pt x="1577047" y="2590800"/>
                </a:lnTo>
                <a:lnTo>
                  <a:pt x="1525714" y="2590800"/>
                </a:lnTo>
                <a:lnTo>
                  <a:pt x="1474558" y="2578100"/>
                </a:lnTo>
                <a:lnTo>
                  <a:pt x="1423568" y="2578100"/>
                </a:lnTo>
                <a:lnTo>
                  <a:pt x="1372755" y="2565400"/>
                </a:lnTo>
                <a:lnTo>
                  <a:pt x="1322108" y="2565400"/>
                </a:lnTo>
                <a:lnTo>
                  <a:pt x="1271638" y="2552700"/>
                </a:lnTo>
                <a:lnTo>
                  <a:pt x="1221359" y="2552700"/>
                </a:lnTo>
                <a:lnTo>
                  <a:pt x="1121321" y="2527300"/>
                </a:lnTo>
                <a:lnTo>
                  <a:pt x="1071587" y="2527300"/>
                </a:lnTo>
                <a:lnTo>
                  <a:pt x="923480" y="2489200"/>
                </a:lnTo>
                <a:lnTo>
                  <a:pt x="874496" y="2489200"/>
                </a:lnTo>
                <a:lnTo>
                  <a:pt x="442569" y="2374900"/>
                </a:lnTo>
                <a:lnTo>
                  <a:pt x="395605" y="2349500"/>
                </a:lnTo>
                <a:lnTo>
                  <a:pt x="1410601" y="0"/>
                </a:lnTo>
                <a:lnTo>
                  <a:pt x="1090041" y="0"/>
                </a:lnTo>
                <a:lnTo>
                  <a:pt x="0" y="2527300"/>
                </a:lnTo>
                <a:lnTo>
                  <a:pt x="147980" y="2578100"/>
                </a:lnTo>
                <a:lnTo>
                  <a:pt x="194551" y="2603500"/>
                </a:lnTo>
                <a:lnTo>
                  <a:pt x="382866" y="2654300"/>
                </a:lnTo>
                <a:lnTo>
                  <a:pt x="430453" y="2679700"/>
                </a:lnTo>
                <a:lnTo>
                  <a:pt x="768819" y="2768600"/>
                </a:lnTo>
                <a:lnTo>
                  <a:pt x="817905" y="2768600"/>
                </a:lnTo>
                <a:lnTo>
                  <a:pt x="1016012" y="2819400"/>
                </a:lnTo>
                <a:lnTo>
                  <a:pt x="1065987" y="2819400"/>
                </a:lnTo>
                <a:lnTo>
                  <a:pt x="1166431" y="2844800"/>
                </a:lnTo>
                <a:lnTo>
                  <a:pt x="1216914" y="2844800"/>
                </a:lnTo>
                <a:lnTo>
                  <a:pt x="1267548" y="2857500"/>
                </a:lnTo>
                <a:lnTo>
                  <a:pt x="1318361" y="2857500"/>
                </a:lnTo>
                <a:lnTo>
                  <a:pt x="1369326" y="2870200"/>
                </a:lnTo>
                <a:lnTo>
                  <a:pt x="1420456" y="2870200"/>
                </a:lnTo>
                <a:lnTo>
                  <a:pt x="1471752" y="2882900"/>
                </a:lnTo>
                <a:lnTo>
                  <a:pt x="1523199" y="2882900"/>
                </a:lnTo>
                <a:lnTo>
                  <a:pt x="1574812" y="2895600"/>
                </a:lnTo>
                <a:lnTo>
                  <a:pt x="1730540" y="2895600"/>
                </a:lnTo>
                <a:lnTo>
                  <a:pt x="1782749" y="2908300"/>
                </a:lnTo>
                <a:lnTo>
                  <a:pt x="2550896" y="2908300"/>
                </a:lnTo>
                <a:lnTo>
                  <a:pt x="2615539" y="2895600"/>
                </a:lnTo>
                <a:lnTo>
                  <a:pt x="2679662" y="2895600"/>
                </a:lnTo>
                <a:lnTo>
                  <a:pt x="2743289" y="2882900"/>
                </a:lnTo>
                <a:lnTo>
                  <a:pt x="2806395" y="2882900"/>
                </a:lnTo>
                <a:lnTo>
                  <a:pt x="2869006" y="2870200"/>
                </a:lnTo>
                <a:lnTo>
                  <a:pt x="2931109" y="2870200"/>
                </a:lnTo>
                <a:lnTo>
                  <a:pt x="2992704" y="2857500"/>
                </a:lnTo>
                <a:lnTo>
                  <a:pt x="3053804" y="2857500"/>
                </a:lnTo>
                <a:lnTo>
                  <a:pt x="3234118" y="2819400"/>
                </a:lnTo>
                <a:lnTo>
                  <a:pt x="3293224" y="2819400"/>
                </a:lnTo>
                <a:lnTo>
                  <a:pt x="3748532" y="2717800"/>
                </a:lnTo>
                <a:lnTo>
                  <a:pt x="3803269" y="2692400"/>
                </a:lnTo>
                <a:lnTo>
                  <a:pt x="3964622" y="2654300"/>
                </a:lnTo>
                <a:lnTo>
                  <a:pt x="4017454" y="2628900"/>
                </a:lnTo>
                <a:lnTo>
                  <a:pt x="4069816" y="2616200"/>
                </a:lnTo>
                <a:lnTo>
                  <a:pt x="4121708" y="2590800"/>
                </a:lnTo>
                <a:lnTo>
                  <a:pt x="4224083" y="2565400"/>
                </a:lnTo>
                <a:lnTo>
                  <a:pt x="4274578" y="2540000"/>
                </a:lnTo>
                <a:lnTo>
                  <a:pt x="4324604" y="2527300"/>
                </a:lnTo>
                <a:lnTo>
                  <a:pt x="4423283" y="2476500"/>
                </a:lnTo>
                <a:lnTo>
                  <a:pt x="4471924" y="2463800"/>
                </a:lnTo>
                <a:lnTo>
                  <a:pt x="4520120" y="2438400"/>
                </a:lnTo>
                <a:lnTo>
                  <a:pt x="4567847" y="2425700"/>
                </a:lnTo>
                <a:lnTo>
                  <a:pt x="4708334" y="2349500"/>
                </a:lnTo>
                <a:lnTo>
                  <a:pt x="4754270" y="2336800"/>
                </a:lnTo>
                <a:lnTo>
                  <a:pt x="4889373" y="2260600"/>
                </a:lnTo>
                <a:lnTo>
                  <a:pt x="5020500" y="2184400"/>
                </a:lnTo>
                <a:lnTo>
                  <a:pt x="5147678" y="2108200"/>
                </a:lnTo>
                <a:lnTo>
                  <a:pt x="5270970" y="2032000"/>
                </a:lnTo>
                <a:lnTo>
                  <a:pt x="5351018" y="1981200"/>
                </a:lnTo>
                <a:lnTo>
                  <a:pt x="5429364" y="1930400"/>
                </a:lnTo>
                <a:lnTo>
                  <a:pt x="5506021" y="1879600"/>
                </a:lnTo>
                <a:lnTo>
                  <a:pt x="5543728" y="1841500"/>
                </a:lnTo>
                <a:lnTo>
                  <a:pt x="5617883" y="1790700"/>
                </a:lnTo>
                <a:lnTo>
                  <a:pt x="5690374" y="1739900"/>
                </a:lnTo>
                <a:lnTo>
                  <a:pt x="5726011" y="1701800"/>
                </a:lnTo>
                <a:lnTo>
                  <a:pt x="5796051" y="1651000"/>
                </a:lnTo>
                <a:lnTo>
                  <a:pt x="5830468" y="1625600"/>
                </a:lnTo>
                <a:lnTo>
                  <a:pt x="5864479" y="1587500"/>
                </a:lnTo>
                <a:lnTo>
                  <a:pt x="5931293" y="1536700"/>
                </a:lnTo>
                <a:lnTo>
                  <a:pt x="5964098" y="1498600"/>
                </a:lnTo>
                <a:lnTo>
                  <a:pt x="6028525" y="1447800"/>
                </a:lnTo>
                <a:lnTo>
                  <a:pt x="6060135" y="1409700"/>
                </a:lnTo>
                <a:lnTo>
                  <a:pt x="6091364" y="1384300"/>
                </a:lnTo>
                <a:lnTo>
                  <a:pt x="6122200" y="1358900"/>
                </a:lnTo>
                <a:lnTo>
                  <a:pt x="6152642" y="1320800"/>
                </a:lnTo>
                <a:lnTo>
                  <a:pt x="6182703" y="1295400"/>
                </a:lnTo>
                <a:lnTo>
                  <a:pt x="6212383" y="1270000"/>
                </a:lnTo>
                <a:lnTo>
                  <a:pt x="6241669" y="1231900"/>
                </a:lnTo>
                <a:lnTo>
                  <a:pt x="6270574" y="1206500"/>
                </a:lnTo>
                <a:lnTo>
                  <a:pt x="6299098" y="1181100"/>
                </a:lnTo>
                <a:lnTo>
                  <a:pt x="6327241" y="1143000"/>
                </a:lnTo>
                <a:lnTo>
                  <a:pt x="6355004" y="1117600"/>
                </a:lnTo>
                <a:lnTo>
                  <a:pt x="6382385" y="1092200"/>
                </a:lnTo>
                <a:lnTo>
                  <a:pt x="6409410" y="1054100"/>
                </a:lnTo>
                <a:lnTo>
                  <a:pt x="6436042" y="1028700"/>
                </a:lnTo>
                <a:lnTo>
                  <a:pt x="6462319" y="990600"/>
                </a:lnTo>
                <a:lnTo>
                  <a:pt x="6488214" y="965200"/>
                </a:lnTo>
                <a:lnTo>
                  <a:pt x="6513741" y="939800"/>
                </a:lnTo>
                <a:lnTo>
                  <a:pt x="6538912" y="901700"/>
                </a:lnTo>
                <a:lnTo>
                  <a:pt x="6563703" y="876300"/>
                </a:lnTo>
                <a:lnTo>
                  <a:pt x="6588138" y="850900"/>
                </a:lnTo>
                <a:lnTo>
                  <a:pt x="6612217" y="812800"/>
                </a:lnTo>
                <a:lnTo>
                  <a:pt x="6635928" y="787400"/>
                </a:lnTo>
                <a:lnTo>
                  <a:pt x="6659283" y="762000"/>
                </a:lnTo>
                <a:lnTo>
                  <a:pt x="6682283" y="723900"/>
                </a:lnTo>
                <a:lnTo>
                  <a:pt x="6704927" y="698500"/>
                </a:lnTo>
                <a:lnTo>
                  <a:pt x="6727215" y="673100"/>
                </a:lnTo>
                <a:lnTo>
                  <a:pt x="6749148" y="635000"/>
                </a:lnTo>
                <a:lnTo>
                  <a:pt x="6770725" y="609600"/>
                </a:lnTo>
                <a:lnTo>
                  <a:pt x="6791960" y="584200"/>
                </a:lnTo>
                <a:lnTo>
                  <a:pt x="6812851" y="558800"/>
                </a:lnTo>
                <a:lnTo>
                  <a:pt x="6833400" y="520700"/>
                </a:lnTo>
                <a:lnTo>
                  <a:pt x="6853593" y="495300"/>
                </a:lnTo>
                <a:lnTo>
                  <a:pt x="6873443" y="469900"/>
                </a:lnTo>
                <a:lnTo>
                  <a:pt x="6892963" y="444500"/>
                </a:lnTo>
                <a:lnTo>
                  <a:pt x="6912140" y="406400"/>
                </a:lnTo>
                <a:lnTo>
                  <a:pt x="6930974" y="381000"/>
                </a:lnTo>
                <a:lnTo>
                  <a:pt x="6949478" y="355600"/>
                </a:lnTo>
                <a:lnTo>
                  <a:pt x="6967639" y="330200"/>
                </a:lnTo>
                <a:lnTo>
                  <a:pt x="6985482" y="304800"/>
                </a:lnTo>
                <a:lnTo>
                  <a:pt x="7002983" y="266700"/>
                </a:lnTo>
                <a:lnTo>
                  <a:pt x="7020153" y="241300"/>
                </a:lnTo>
                <a:lnTo>
                  <a:pt x="7053516" y="190500"/>
                </a:lnTo>
                <a:lnTo>
                  <a:pt x="7085584" y="139700"/>
                </a:lnTo>
                <a:lnTo>
                  <a:pt x="7116356" y="88900"/>
                </a:lnTo>
                <a:lnTo>
                  <a:pt x="7143585" y="38100"/>
                </a:lnTo>
                <a:lnTo>
                  <a:pt x="7155891" y="25400"/>
                </a:lnTo>
                <a:lnTo>
                  <a:pt x="7168197" y="0"/>
                </a:lnTo>
                <a:close/>
              </a:path>
              <a:path w="10862945" h="5674360">
                <a:moveTo>
                  <a:pt x="10862564" y="2958325"/>
                </a:moveTo>
                <a:lnTo>
                  <a:pt x="10621620" y="2873413"/>
                </a:lnTo>
                <a:lnTo>
                  <a:pt x="10575735" y="2857449"/>
                </a:lnTo>
                <a:lnTo>
                  <a:pt x="10529011" y="2841701"/>
                </a:lnTo>
                <a:lnTo>
                  <a:pt x="10481335" y="2826397"/>
                </a:lnTo>
                <a:lnTo>
                  <a:pt x="10425100" y="2809633"/>
                </a:lnTo>
                <a:lnTo>
                  <a:pt x="10391254" y="2801112"/>
                </a:lnTo>
                <a:lnTo>
                  <a:pt x="10340505" y="2787142"/>
                </a:lnTo>
                <a:lnTo>
                  <a:pt x="10295293" y="2775229"/>
                </a:lnTo>
                <a:lnTo>
                  <a:pt x="10249268" y="2763570"/>
                </a:lnTo>
                <a:lnTo>
                  <a:pt x="10202481" y="2752153"/>
                </a:lnTo>
                <a:lnTo>
                  <a:pt x="10154971" y="2741015"/>
                </a:lnTo>
                <a:lnTo>
                  <a:pt x="10106787" y="2730157"/>
                </a:lnTo>
                <a:lnTo>
                  <a:pt x="10057955" y="2719578"/>
                </a:lnTo>
                <a:lnTo>
                  <a:pt x="10008527" y="2709278"/>
                </a:lnTo>
                <a:lnTo>
                  <a:pt x="9958527" y="2699296"/>
                </a:lnTo>
                <a:lnTo>
                  <a:pt x="9887864" y="2684792"/>
                </a:lnTo>
                <a:lnTo>
                  <a:pt x="9826765" y="2673858"/>
                </a:lnTo>
                <a:lnTo>
                  <a:pt x="9779914" y="2666022"/>
                </a:lnTo>
                <a:lnTo>
                  <a:pt x="9732569" y="2658516"/>
                </a:lnTo>
                <a:lnTo>
                  <a:pt x="9684779" y="2651341"/>
                </a:lnTo>
                <a:lnTo>
                  <a:pt x="9636569" y="2644495"/>
                </a:lnTo>
                <a:lnTo>
                  <a:pt x="9587979" y="2638006"/>
                </a:lnTo>
                <a:lnTo>
                  <a:pt x="9539033" y="2631846"/>
                </a:lnTo>
                <a:lnTo>
                  <a:pt x="9489770" y="2626042"/>
                </a:lnTo>
                <a:lnTo>
                  <a:pt x="9440202" y="2620594"/>
                </a:lnTo>
                <a:lnTo>
                  <a:pt x="9372714" y="2613774"/>
                </a:lnTo>
                <a:lnTo>
                  <a:pt x="9231681" y="2602420"/>
                </a:lnTo>
                <a:lnTo>
                  <a:pt x="9178938" y="2598597"/>
                </a:lnTo>
                <a:lnTo>
                  <a:pt x="9127477" y="2595207"/>
                </a:lnTo>
                <a:lnTo>
                  <a:pt x="9077185" y="2592222"/>
                </a:lnTo>
                <a:lnTo>
                  <a:pt x="9027935" y="2589657"/>
                </a:lnTo>
                <a:lnTo>
                  <a:pt x="8979624" y="2587510"/>
                </a:lnTo>
                <a:lnTo>
                  <a:pt x="8932139" y="2585758"/>
                </a:lnTo>
                <a:lnTo>
                  <a:pt x="8885364" y="2584399"/>
                </a:lnTo>
                <a:lnTo>
                  <a:pt x="8839187" y="2583434"/>
                </a:lnTo>
                <a:lnTo>
                  <a:pt x="8793505" y="2582862"/>
                </a:lnTo>
                <a:lnTo>
                  <a:pt x="8748179" y="2582672"/>
                </a:lnTo>
                <a:lnTo>
                  <a:pt x="8678697" y="2583027"/>
                </a:lnTo>
                <a:lnTo>
                  <a:pt x="8609762" y="2584056"/>
                </a:lnTo>
                <a:lnTo>
                  <a:pt x="8541385" y="2585783"/>
                </a:lnTo>
                <a:lnTo>
                  <a:pt x="8473542" y="2588171"/>
                </a:lnTo>
                <a:lnTo>
                  <a:pt x="8406244" y="2591231"/>
                </a:lnTo>
                <a:lnTo>
                  <a:pt x="8339480" y="2594953"/>
                </a:lnTo>
                <a:lnTo>
                  <a:pt x="8273262" y="2599321"/>
                </a:lnTo>
                <a:lnTo>
                  <a:pt x="8207578" y="2604325"/>
                </a:lnTo>
                <a:lnTo>
                  <a:pt x="8142440" y="2609977"/>
                </a:lnTo>
                <a:lnTo>
                  <a:pt x="8077835" y="2616250"/>
                </a:lnTo>
                <a:lnTo>
                  <a:pt x="8013751" y="2623134"/>
                </a:lnTo>
                <a:lnTo>
                  <a:pt x="7950200" y="2630640"/>
                </a:lnTo>
                <a:lnTo>
                  <a:pt x="7887182" y="2638742"/>
                </a:lnTo>
                <a:lnTo>
                  <a:pt x="7824686" y="2647442"/>
                </a:lnTo>
                <a:lnTo>
                  <a:pt x="7762722" y="2656725"/>
                </a:lnTo>
                <a:lnTo>
                  <a:pt x="7701280" y="2666593"/>
                </a:lnTo>
                <a:lnTo>
                  <a:pt x="7640358" y="2677020"/>
                </a:lnTo>
                <a:lnTo>
                  <a:pt x="7579957" y="2688018"/>
                </a:lnTo>
                <a:lnTo>
                  <a:pt x="7520076" y="2699575"/>
                </a:lnTo>
                <a:lnTo>
                  <a:pt x="7460704" y="2711678"/>
                </a:lnTo>
                <a:lnTo>
                  <a:pt x="7401852" y="2724327"/>
                </a:lnTo>
                <a:lnTo>
                  <a:pt x="7343521" y="2737497"/>
                </a:lnTo>
                <a:lnTo>
                  <a:pt x="7285698" y="2751188"/>
                </a:lnTo>
                <a:lnTo>
                  <a:pt x="7228370" y="2765399"/>
                </a:lnTo>
                <a:lnTo>
                  <a:pt x="7171563" y="2780119"/>
                </a:lnTo>
                <a:lnTo>
                  <a:pt x="7115264" y="2795346"/>
                </a:lnTo>
                <a:lnTo>
                  <a:pt x="7059460" y="2811056"/>
                </a:lnTo>
                <a:lnTo>
                  <a:pt x="7004164" y="2827248"/>
                </a:lnTo>
                <a:lnTo>
                  <a:pt x="6949364" y="2843923"/>
                </a:lnTo>
                <a:lnTo>
                  <a:pt x="6895071" y="2861068"/>
                </a:lnTo>
                <a:lnTo>
                  <a:pt x="6841274" y="2878671"/>
                </a:lnTo>
                <a:lnTo>
                  <a:pt x="6787972" y="2896717"/>
                </a:lnTo>
                <a:lnTo>
                  <a:pt x="6735165" y="2915221"/>
                </a:lnTo>
                <a:lnTo>
                  <a:pt x="6682841" y="2934157"/>
                </a:lnTo>
                <a:lnTo>
                  <a:pt x="6631013" y="2953524"/>
                </a:lnTo>
                <a:lnTo>
                  <a:pt x="6579679" y="2973298"/>
                </a:lnTo>
                <a:lnTo>
                  <a:pt x="6528829" y="2993504"/>
                </a:lnTo>
                <a:lnTo>
                  <a:pt x="6478460" y="3014103"/>
                </a:lnTo>
                <a:lnTo>
                  <a:pt x="6428575" y="3035096"/>
                </a:lnTo>
                <a:lnTo>
                  <a:pt x="6379172" y="3056496"/>
                </a:lnTo>
                <a:lnTo>
                  <a:pt x="6330251" y="3078264"/>
                </a:lnTo>
                <a:lnTo>
                  <a:pt x="6281801" y="3100400"/>
                </a:lnTo>
                <a:lnTo>
                  <a:pt x="6233833" y="3122917"/>
                </a:lnTo>
                <a:lnTo>
                  <a:pt x="6186348" y="3145777"/>
                </a:lnTo>
                <a:lnTo>
                  <a:pt x="6139332" y="3168993"/>
                </a:lnTo>
                <a:lnTo>
                  <a:pt x="6092774" y="3192551"/>
                </a:lnTo>
                <a:lnTo>
                  <a:pt x="6046698" y="3216440"/>
                </a:lnTo>
                <a:lnTo>
                  <a:pt x="6001080" y="3240659"/>
                </a:lnTo>
                <a:lnTo>
                  <a:pt x="5955944" y="3265195"/>
                </a:lnTo>
                <a:lnTo>
                  <a:pt x="5911253" y="3290036"/>
                </a:lnTo>
                <a:lnTo>
                  <a:pt x="5867044" y="3315182"/>
                </a:lnTo>
                <a:lnTo>
                  <a:pt x="5823280" y="3340633"/>
                </a:lnTo>
                <a:lnTo>
                  <a:pt x="5779986" y="3366351"/>
                </a:lnTo>
                <a:lnTo>
                  <a:pt x="5737136" y="3392360"/>
                </a:lnTo>
                <a:lnTo>
                  <a:pt x="5694756" y="3418636"/>
                </a:lnTo>
                <a:lnTo>
                  <a:pt x="5652821" y="3445179"/>
                </a:lnTo>
                <a:lnTo>
                  <a:pt x="5611330" y="3471964"/>
                </a:lnTo>
                <a:lnTo>
                  <a:pt x="5570309" y="3499015"/>
                </a:lnTo>
                <a:lnTo>
                  <a:pt x="5529719" y="3526294"/>
                </a:lnTo>
                <a:lnTo>
                  <a:pt x="5489587" y="3553803"/>
                </a:lnTo>
                <a:lnTo>
                  <a:pt x="5449887" y="3581527"/>
                </a:lnTo>
                <a:lnTo>
                  <a:pt x="5410644" y="3609479"/>
                </a:lnTo>
                <a:lnTo>
                  <a:pt x="5371833" y="3637635"/>
                </a:lnTo>
                <a:lnTo>
                  <a:pt x="5333466" y="3665994"/>
                </a:lnTo>
                <a:lnTo>
                  <a:pt x="5295544" y="3694531"/>
                </a:lnTo>
                <a:lnTo>
                  <a:pt x="5258054" y="3723259"/>
                </a:lnTo>
                <a:lnTo>
                  <a:pt x="5220982" y="3752164"/>
                </a:lnTo>
                <a:lnTo>
                  <a:pt x="5184368" y="3781234"/>
                </a:lnTo>
                <a:lnTo>
                  <a:pt x="5148173" y="3810470"/>
                </a:lnTo>
                <a:lnTo>
                  <a:pt x="5112397" y="3839857"/>
                </a:lnTo>
                <a:lnTo>
                  <a:pt x="5077066" y="3869385"/>
                </a:lnTo>
                <a:lnTo>
                  <a:pt x="5042154" y="3899052"/>
                </a:lnTo>
                <a:lnTo>
                  <a:pt x="5007661" y="3928834"/>
                </a:lnTo>
                <a:lnTo>
                  <a:pt x="4973599" y="3958755"/>
                </a:lnTo>
                <a:lnTo>
                  <a:pt x="4939944" y="3988778"/>
                </a:lnTo>
                <a:lnTo>
                  <a:pt x="4906721" y="4018902"/>
                </a:lnTo>
                <a:lnTo>
                  <a:pt x="4873904" y="4049128"/>
                </a:lnTo>
                <a:lnTo>
                  <a:pt x="4841519" y="4079443"/>
                </a:lnTo>
                <a:lnTo>
                  <a:pt x="4809528" y="4109834"/>
                </a:lnTo>
                <a:lnTo>
                  <a:pt x="4777968" y="4140301"/>
                </a:lnTo>
                <a:lnTo>
                  <a:pt x="4746803" y="4170832"/>
                </a:lnTo>
                <a:lnTo>
                  <a:pt x="4716056" y="4201414"/>
                </a:lnTo>
                <a:lnTo>
                  <a:pt x="4685703" y="4232046"/>
                </a:lnTo>
                <a:lnTo>
                  <a:pt x="4655769" y="4262729"/>
                </a:lnTo>
                <a:lnTo>
                  <a:pt x="4626229" y="4293438"/>
                </a:lnTo>
                <a:lnTo>
                  <a:pt x="4597095" y="4324172"/>
                </a:lnTo>
                <a:lnTo>
                  <a:pt x="4568355" y="4354931"/>
                </a:lnTo>
                <a:lnTo>
                  <a:pt x="4540008" y="4385691"/>
                </a:lnTo>
                <a:lnTo>
                  <a:pt x="4512068" y="4416450"/>
                </a:lnTo>
                <a:lnTo>
                  <a:pt x="4484522" y="4447210"/>
                </a:lnTo>
                <a:lnTo>
                  <a:pt x="4457357" y="4477956"/>
                </a:lnTo>
                <a:lnTo>
                  <a:pt x="4430598" y="4508678"/>
                </a:lnTo>
                <a:lnTo>
                  <a:pt x="4404220" y="4539361"/>
                </a:lnTo>
                <a:lnTo>
                  <a:pt x="4378223" y="4570019"/>
                </a:lnTo>
                <a:lnTo>
                  <a:pt x="4352620" y="4600626"/>
                </a:lnTo>
                <a:lnTo>
                  <a:pt x="4327398" y="4631169"/>
                </a:lnTo>
                <a:lnTo>
                  <a:pt x="4278109" y="4692078"/>
                </a:lnTo>
                <a:lnTo>
                  <a:pt x="4230319" y="4752683"/>
                </a:lnTo>
                <a:lnTo>
                  <a:pt x="4184040" y="4812906"/>
                </a:lnTo>
                <a:lnTo>
                  <a:pt x="4139247" y="4872698"/>
                </a:lnTo>
                <a:lnTo>
                  <a:pt x="4095915" y="4931981"/>
                </a:lnTo>
                <a:lnTo>
                  <a:pt x="4054056" y="4990706"/>
                </a:lnTo>
                <a:lnTo>
                  <a:pt x="4013631" y="5048796"/>
                </a:lnTo>
                <a:lnTo>
                  <a:pt x="3974630" y="5106200"/>
                </a:lnTo>
                <a:lnTo>
                  <a:pt x="3937063" y="5162842"/>
                </a:lnTo>
                <a:lnTo>
                  <a:pt x="3900881" y="5218684"/>
                </a:lnTo>
                <a:lnTo>
                  <a:pt x="3866096" y="5273637"/>
                </a:lnTo>
                <a:lnTo>
                  <a:pt x="3832682" y="5327637"/>
                </a:lnTo>
                <a:lnTo>
                  <a:pt x="3800627" y="5380634"/>
                </a:lnTo>
                <a:lnTo>
                  <a:pt x="3769931" y="5432564"/>
                </a:lnTo>
                <a:lnTo>
                  <a:pt x="3740556" y="5483364"/>
                </a:lnTo>
                <a:lnTo>
                  <a:pt x="3712502" y="5532971"/>
                </a:lnTo>
                <a:lnTo>
                  <a:pt x="3672852" y="5604980"/>
                </a:lnTo>
                <a:lnTo>
                  <a:pt x="3636099" y="5673941"/>
                </a:lnTo>
                <a:lnTo>
                  <a:pt x="3971061" y="5673941"/>
                </a:lnTo>
                <a:lnTo>
                  <a:pt x="3998849" y="5624919"/>
                </a:lnTo>
                <a:lnTo>
                  <a:pt x="4027982" y="5574665"/>
                </a:lnTo>
                <a:lnTo>
                  <a:pt x="4058488" y="5523255"/>
                </a:lnTo>
                <a:lnTo>
                  <a:pt x="4090378" y="5470753"/>
                </a:lnTo>
                <a:lnTo>
                  <a:pt x="4123677" y="5417248"/>
                </a:lnTo>
                <a:lnTo>
                  <a:pt x="4158373" y="5362778"/>
                </a:lnTo>
                <a:lnTo>
                  <a:pt x="4194505" y="5307431"/>
                </a:lnTo>
                <a:lnTo>
                  <a:pt x="4232072" y="5251272"/>
                </a:lnTo>
                <a:lnTo>
                  <a:pt x="4271111" y="5194363"/>
                </a:lnTo>
                <a:lnTo>
                  <a:pt x="4311612" y="5136769"/>
                </a:lnTo>
                <a:lnTo>
                  <a:pt x="4353598" y="5078552"/>
                </a:lnTo>
                <a:lnTo>
                  <a:pt x="4397095" y="5019802"/>
                </a:lnTo>
                <a:lnTo>
                  <a:pt x="4442104" y="4960569"/>
                </a:lnTo>
                <a:lnTo>
                  <a:pt x="4488650" y="4900930"/>
                </a:lnTo>
                <a:lnTo>
                  <a:pt x="4512500" y="4870970"/>
                </a:lnTo>
                <a:lnTo>
                  <a:pt x="4536745" y="4840935"/>
                </a:lnTo>
                <a:lnTo>
                  <a:pt x="4561370" y="4810836"/>
                </a:lnTo>
                <a:lnTo>
                  <a:pt x="4586402" y="4780673"/>
                </a:lnTo>
                <a:lnTo>
                  <a:pt x="4611814" y="4750460"/>
                </a:lnTo>
                <a:lnTo>
                  <a:pt x="4637621" y="4720196"/>
                </a:lnTo>
                <a:lnTo>
                  <a:pt x="4663833" y="4689907"/>
                </a:lnTo>
                <a:lnTo>
                  <a:pt x="4690453" y="4659592"/>
                </a:lnTo>
                <a:lnTo>
                  <a:pt x="4717466" y="4629251"/>
                </a:lnTo>
                <a:lnTo>
                  <a:pt x="4744885" y="4598898"/>
                </a:lnTo>
                <a:lnTo>
                  <a:pt x="4772698" y="4568545"/>
                </a:lnTo>
                <a:lnTo>
                  <a:pt x="4800930" y="4538205"/>
                </a:lnTo>
                <a:lnTo>
                  <a:pt x="4829568" y="4507877"/>
                </a:lnTo>
                <a:lnTo>
                  <a:pt x="4858613" y="4477575"/>
                </a:lnTo>
                <a:lnTo>
                  <a:pt x="4888077" y="4447298"/>
                </a:lnTo>
                <a:lnTo>
                  <a:pt x="4917960" y="4417072"/>
                </a:lnTo>
                <a:lnTo>
                  <a:pt x="4948250" y="4386885"/>
                </a:lnTo>
                <a:lnTo>
                  <a:pt x="4978971" y="4356760"/>
                </a:lnTo>
                <a:lnTo>
                  <a:pt x="5010099" y="4326699"/>
                </a:lnTo>
                <a:lnTo>
                  <a:pt x="5041658" y="4296715"/>
                </a:lnTo>
                <a:lnTo>
                  <a:pt x="5073637" y="4266819"/>
                </a:lnTo>
                <a:lnTo>
                  <a:pt x="5106047" y="4236999"/>
                </a:lnTo>
                <a:lnTo>
                  <a:pt x="5138877" y="4207294"/>
                </a:lnTo>
                <a:lnTo>
                  <a:pt x="5172138" y="4177690"/>
                </a:lnTo>
                <a:lnTo>
                  <a:pt x="5205831" y="4148201"/>
                </a:lnTo>
                <a:lnTo>
                  <a:pt x="5239956" y="4118838"/>
                </a:lnTo>
                <a:lnTo>
                  <a:pt x="5274526" y="4089616"/>
                </a:lnTo>
                <a:lnTo>
                  <a:pt x="5309527" y="4060533"/>
                </a:lnTo>
                <a:lnTo>
                  <a:pt x="5344960" y="4031589"/>
                </a:lnTo>
                <a:lnTo>
                  <a:pt x="5380850" y="4002811"/>
                </a:lnTo>
                <a:lnTo>
                  <a:pt x="5417172" y="3974211"/>
                </a:lnTo>
                <a:lnTo>
                  <a:pt x="5453939" y="3945775"/>
                </a:lnTo>
                <a:lnTo>
                  <a:pt x="5491150" y="3917518"/>
                </a:lnTo>
                <a:lnTo>
                  <a:pt x="5528818" y="3889464"/>
                </a:lnTo>
                <a:lnTo>
                  <a:pt x="5566930" y="3861612"/>
                </a:lnTo>
                <a:lnTo>
                  <a:pt x="5605500" y="3833965"/>
                </a:lnTo>
                <a:lnTo>
                  <a:pt x="5644515" y="3806533"/>
                </a:lnTo>
                <a:lnTo>
                  <a:pt x="5683986" y="3779329"/>
                </a:lnTo>
                <a:lnTo>
                  <a:pt x="5723928" y="3752367"/>
                </a:lnTo>
                <a:lnTo>
                  <a:pt x="5764314" y="3725634"/>
                </a:lnTo>
                <a:lnTo>
                  <a:pt x="5805170" y="3699167"/>
                </a:lnTo>
                <a:lnTo>
                  <a:pt x="5846483" y="3672954"/>
                </a:lnTo>
                <a:lnTo>
                  <a:pt x="5888266" y="3647008"/>
                </a:lnTo>
                <a:lnTo>
                  <a:pt x="5930519" y="3621341"/>
                </a:lnTo>
                <a:lnTo>
                  <a:pt x="5973242" y="3595954"/>
                </a:lnTo>
                <a:lnTo>
                  <a:pt x="6016422" y="3570871"/>
                </a:lnTo>
                <a:lnTo>
                  <a:pt x="6060084" y="3546081"/>
                </a:lnTo>
                <a:lnTo>
                  <a:pt x="6104217" y="3521608"/>
                </a:lnTo>
                <a:lnTo>
                  <a:pt x="6148832" y="3497440"/>
                </a:lnTo>
                <a:lnTo>
                  <a:pt x="6193929" y="3473615"/>
                </a:lnTo>
                <a:lnTo>
                  <a:pt x="6239497" y="3450120"/>
                </a:lnTo>
                <a:lnTo>
                  <a:pt x="6285547" y="3426968"/>
                </a:lnTo>
                <a:lnTo>
                  <a:pt x="6332080" y="3404184"/>
                </a:lnTo>
                <a:lnTo>
                  <a:pt x="6379108" y="3381743"/>
                </a:lnTo>
                <a:lnTo>
                  <a:pt x="6426619" y="3359683"/>
                </a:lnTo>
                <a:lnTo>
                  <a:pt x="6474612" y="3337991"/>
                </a:lnTo>
                <a:lnTo>
                  <a:pt x="6523101" y="3316694"/>
                </a:lnTo>
                <a:lnTo>
                  <a:pt x="6572085" y="3295789"/>
                </a:lnTo>
                <a:lnTo>
                  <a:pt x="6621564" y="3275279"/>
                </a:lnTo>
                <a:lnTo>
                  <a:pt x="6671538" y="3255187"/>
                </a:lnTo>
                <a:lnTo>
                  <a:pt x="6722021" y="3235528"/>
                </a:lnTo>
                <a:lnTo>
                  <a:pt x="6772986" y="3216287"/>
                </a:lnTo>
                <a:lnTo>
                  <a:pt x="6824472" y="3197479"/>
                </a:lnTo>
                <a:lnTo>
                  <a:pt x="6876453" y="3179127"/>
                </a:lnTo>
                <a:lnTo>
                  <a:pt x="6928942" y="3161220"/>
                </a:lnTo>
                <a:lnTo>
                  <a:pt x="6981939" y="3143783"/>
                </a:lnTo>
                <a:lnTo>
                  <a:pt x="7035444" y="3126803"/>
                </a:lnTo>
                <a:lnTo>
                  <a:pt x="7089457" y="3110319"/>
                </a:lnTo>
                <a:lnTo>
                  <a:pt x="7143991" y="3094317"/>
                </a:lnTo>
                <a:lnTo>
                  <a:pt x="7199033" y="3078810"/>
                </a:lnTo>
                <a:lnTo>
                  <a:pt x="7254595" y="3063811"/>
                </a:lnTo>
                <a:lnTo>
                  <a:pt x="7310679" y="3049320"/>
                </a:lnTo>
                <a:lnTo>
                  <a:pt x="7367283" y="3035350"/>
                </a:lnTo>
                <a:lnTo>
                  <a:pt x="7424407" y="3021914"/>
                </a:lnTo>
                <a:lnTo>
                  <a:pt x="7482065" y="3009011"/>
                </a:lnTo>
                <a:lnTo>
                  <a:pt x="7540244" y="2996666"/>
                </a:lnTo>
                <a:lnTo>
                  <a:pt x="7598943" y="2984868"/>
                </a:lnTo>
                <a:lnTo>
                  <a:pt x="7658189" y="2973628"/>
                </a:lnTo>
                <a:lnTo>
                  <a:pt x="7717955" y="2962973"/>
                </a:lnTo>
                <a:lnTo>
                  <a:pt x="7778255" y="2952889"/>
                </a:lnTo>
                <a:lnTo>
                  <a:pt x="7839100" y="2943402"/>
                </a:lnTo>
                <a:lnTo>
                  <a:pt x="7900479" y="2934512"/>
                </a:lnTo>
                <a:lnTo>
                  <a:pt x="7962392" y="2926219"/>
                </a:lnTo>
                <a:lnTo>
                  <a:pt x="8024850" y="2918549"/>
                </a:lnTo>
                <a:lnTo>
                  <a:pt x="8087855" y="2911500"/>
                </a:lnTo>
                <a:lnTo>
                  <a:pt x="8151406" y="2905087"/>
                </a:lnTo>
                <a:lnTo>
                  <a:pt x="8215503" y="2899308"/>
                </a:lnTo>
                <a:lnTo>
                  <a:pt x="8280146" y="2894177"/>
                </a:lnTo>
                <a:lnTo>
                  <a:pt x="8345335" y="2889707"/>
                </a:lnTo>
                <a:lnTo>
                  <a:pt x="8411083" y="2885897"/>
                </a:lnTo>
                <a:lnTo>
                  <a:pt x="8477390" y="2882760"/>
                </a:lnTo>
                <a:lnTo>
                  <a:pt x="8544242" y="2880309"/>
                </a:lnTo>
                <a:lnTo>
                  <a:pt x="8611667" y="2878544"/>
                </a:lnTo>
                <a:lnTo>
                  <a:pt x="8679637" y="2877477"/>
                </a:lnTo>
                <a:lnTo>
                  <a:pt x="8748179" y="2877121"/>
                </a:lnTo>
                <a:lnTo>
                  <a:pt x="8795614" y="2877350"/>
                </a:lnTo>
                <a:lnTo>
                  <a:pt x="8843543" y="2878010"/>
                </a:lnTo>
                <a:lnTo>
                  <a:pt x="8892108" y="2879128"/>
                </a:lnTo>
                <a:lnTo>
                  <a:pt x="8941422" y="2880703"/>
                </a:lnTo>
                <a:lnTo>
                  <a:pt x="8991663" y="2882747"/>
                </a:lnTo>
                <a:lnTo>
                  <a:pt x="9042959" y="2885249"/>
                </a:lnTo>
                <a:lnTo>
                  <a:pt x="9095448" y="2888234"/>
                </a:lnTo>
                <a:lnTo>
                  <a:pt x="9149270" y="2891701"/>
                </a:lnTo>
                <a:lnTo>
                  <a:pt x="9204579" y="2895663"/>
                </a:lnTo>
                <a:lnTo>
                  <a:pt x="9344546" y="2906877"/>
                </a:lnTo>
                <a:lnTo>
                  <a:pt x="9413735" y="2913888"/>
                </a:lnTo>
                <a:lnTo>
                  <a:pt x="9466313" y="2919742"/>
                </a:lnTo>
                <a:lnTo>
                  <a:pt x="9518472" y="2925991"/>
                </a:lnTo>
                <a:lnTo>
                  <a:pt x="9570174" y="2932646"/>
                </a:lnTo>
                <a:lnTo>
                  <a:pt x="9621380" y="2939694"/>
                </a:lnTo>
                <a:lnTo>
                  <a:pt x="9672053" y="2947124"/>
                </a:lnTo>
                <a:lnTo>
                  <a:pt x="9722167" y="2954959"/>
                </a:lnTo>
                <a:lnTo>
                  <a:pt x="9771672" y="2963164"/>
                </a:lnTo>
                <a:lnTo>
                  <a:pt x="9820542" y="2971736"/>
                </a:lnTo>
                <a:lnTo>
                  <a:pt x="9954755" y="2998838"/>
                </a:lnTo>
                <a:lnTo>
                  <a:pt x="10007613" y="3009912"/>
                </a:lnTo>
                <a:lnTo>
                  <a:pt x="10059594" y="3021304"/>
                </a:lnTo>
                <a:lnTo>
                  <a:pt x="10110673" y="3033014"/>
                </a:lnTo>
                <a:lnTo>
                  <a:pt x="10160775" y="3045002"/>
                </a:lnTo>
                <a:lnTo>
                  <a:pt x="10209847" y="3057271"/>
                </a:lnTo>
                <a:lnTo>
                  <a:pt x="10257841" y="3069818"/>
                </a:lnTo>
                <a:lnTo>
                  <a:pt x="10325189" y="3088030"/>
                </a:lnTo>
                <a:lnTo>
                  <a:pt x="10343782" y="3092539"/>
                </a:lnTo>
                <a:lnTo>
                  <a:pt x="10380256" y="3103359"/>
                </a:lnTo>
                <a:lnTo>
                  <a:pt x="10409631" y="3112516"/>
                </a:lnTo>
                <a:lnTo>
                  <a:pt x="10438828" y="3121990"/>
                </a:lnTo>
                <a:lnTo>
                  <a:pt x="10467937" y="3131756"/>
                </a:lnTo>
                <a:lnTo>
                  <a:pt x="9330563" y="5629008"/>
                </a:lnTo>
                <a:lnTo>
                  <a:pt x="9650844" y="5628957"/>
                </a:lnTo>
                <a:lnTo>
                  <a:pt x="10862564" y="2958325"/>
                </a:lnTo>
                <a:close/>
              </a:path>
            </a:pathLst>
          </a:custGeom>
          <a:solidFill>
            <a:srgbClr val="31256B">
              <a:alpha val="50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1181" y="5683072"/>
            <a:ext cx="15285085" cy="6405245"/>
          </a:xfrm>
          <a:custGeom>
            <a:avLst/>
            <a:gdLst/>
            <a:ahLst/>
            <a:cxnLst/>
            <a:rect l="l" t="t" r="r" b="b"/>
            <a:pathLst>
              <a:path w="15285085" h="6405245">
                <a:moveTo>
                  <a:pt x="15284856" y="0"/>
                </a:moveTo>
                <a:lnTo>
                  <a:pt x="0" y="0"/>
                </a:lnTo>
                <a:lnTo>
                  <a:pt x="0" y="6404889"/>
                </a:lnTo>
                <a:lnTo>
                  <a:pt x="15284856" y="6404889"/>
                </a:lnTo>
                <a:lnTo>
                  <a:pt x="15284856" y="0"/>
                </a:lnTo>
                <a:close/>
              </a:path>
            </a:pathLst>
          </a:custGeom>
          <a:solidFill>
            <a:srgbClr val="F0F0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46121" y="5185817"/>
            <a:ext cx="9922510" cy="2051050"/>
          </a:xfrm>
          <a:custGeom>
            <a:avLst/>
            <a:gdLst/>
            <a:ahLst/>
            <a:cxnLst/>
            <a:rect l="l" t="t" r="r" b="b"/>
            <a:pathLst>
              <a:path w="9922510" h="2051050">
                <a:moveTo>
                  <a:pt x="9922395" y="0"/>
                </a:moveTo>
                <a:lnTo>
                  <a:pt x="1324216" y="1219"/>
                </a:lnTo>
                <a:lnTo>
                  <a:pt x="1251566" y="5046"/>
                </a:lnTo>
                <a:lnTo>
                  <a:pt x="1185615" y="15820"/>
                </a:lnTo>
                <a:lnTo>
                  <a:pt x="1126108" y="32479"/>
                </a:lnTo>
                <a:lnTo>
                  <a:pt x="1072793" y="53960"/>
                </a:lnTo>
                <a:lnTo>
                  <a:pt x="1025417" y="79204"/>
                </a:lnTo>
                <a:lnTo>
                  <a:pt x="983727" y="107146"/>
                </a:lnTo>
                <a:lnTo>
                  <a:pt x="947471" y="136727"/>
                </a:lnTo>
                <a:lnTo>
                  <a:pt x="916394" y="166883"/>
                </a:lnTo>
                <a:lnTo>
                  <a:pt x="890245" y="196554"/>
                </a:lnTo>
                <a:lnTo>
                  <a:pt x="851718" y="250191"/>
                </a:lnTo>
                <a:lnTo>
                  <a:pt x="598792" y="765848"/>
                </a:lnTo>
                <a:lnTo>
                  <a:pt x="0" y="2050986"/>
                </a:lnTo>
                <a:lnTo>
                  <a:pt x="9922395" y="2050986"/>
                </a:lnTo>
                <a:lnTo>
                  <a:pt x="9922395" y="0"/>
                </a:lnTo>
                <a:close/>
              </a:path>
            </a:pathLst>
          </a:custGeom>
          <a:solidFill>
            <a:srgbClr val="EC2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18506" y="6229512"/>
            <a:ext cx="715010" cy="720090"/>
          </a:xfrm>
          <a:custGeom>
            <a:avLst/>
            <a:gdLst/>
            <a:ahLst/>
            <a:cxnLst/>
            <a:rect l="l" t="t" r="r" b="b"/>
            <a:pathLst>
              <a:path w="715010" h="720090">
                <a:moveTo>
                  <a:pt x="339331" y="0"/>
                </a:moveTo>
                <a:lnTo>
                  <a:pt x="290314" y="5848"/>
                </a:lnTo>
                <a:lnTo>
                  <a:pt x="243556" y="18124"/>
                </a:lnTo>
                <a:lnTo>
                  <a:pt x="199515" y="36368"/>
                </a:lnTo>
                <a:lnTo>
                  <a:pt x="158650" y="60117"/>
                </a:lnTo>
                <a:lnTo>
                  <a:pt x="121419" y="88910"/>
                </a:lnTo>
                <a:lnTo>
                  <a:pt x="88280" y="122286"/>
                </a:lnTo>
                <a:lnTo>
                  <a:pt x="59691" y="159782"/>
                </a:lnTo>
                <a:lnTo>
                  <a:pt x="36110" y="200937"/>
                </a:lnTo>
                <a:lnTo>
                  <a:pt x="17996" y="245290"/>
                </a:lnTo>
                <a:lnTo>
                  <a:pt x="5806" y="292380"/>
                </a:lnTo>
                <a:lnTo>
                  <a:pt x="0" y="341744"/>
                </a:lnTo>
                <a:lnTo>
                  <a:pt x="80949" y="341744"/>
                </a:lnTo>
                <a:lnTo>
                  <a:pt x="88963" y="349808"/>
                </a:lnTo>
                <a:lnTo>
                  <a:pt x="88963" y="369697"/>
                </a:lnTo>
                <a:lnTo>
                  <a:pt x="80949" y="377761"/>
                </a:lnTo>
                <a:lnTo>
                  <a:pt x="0" y="377761"/>
                </a:lnTo>
                <a:lnTo>
                  <a:pt x="5806" y="427125"/>
                </a:lnTo>
                <a:lnTo>
                  <a:pt x="17996" y="474214"/>
                </a:lnTo>
                <a:lnTo>
                  <a:pt x="36110" y="518568"/>
                </a:lnTo>
                <a:lnTo>
                  <a:pt x="59691" y="559723"/>
                </a:lnTo>
                <a:lnTo>
                  <a:pt x="88280" y="597219"/>
                </a:lnTo>
                <a:lnTo>
                  <a:pt x="121419" y="630595"/>
                </a:lnTo>
                <a:lnTo>
                  <a:pt x="158650" y="659388"/>
                </a:lnTo>
                <a:lnTo>
                  <a:pt x="199515" y="683137"/>
                </a:lnTo>
                <a:lnTo>
                  <a:pt x="243556" y="701381"/>
                </a:lnTo>
                <a:lnTo>
                  <a:pt x="290314" y="713657"/>
                </a:lnTo>
                <a:lnTo>
                  <a:pt x="339331" y="719505"/>
                </a:lnTo>
                <a:lnTo>
                  <a:pt x="339331" y="637971"/>
                </a:lnTo>
                <a:lnTo>
                  <a:pt x="347345" y="629907"/>
                </a:lnTo>
                <a:lnTo>
                  <a:pt x="593691" y="629907"/>
                </a:lnTo>
                <a:lnTo>
                  <a:pt x="626146" y="597219"/>
                </a:lnTo>
                <a:lnTo>
                  <a:pt x="654735" y="559723"/>
                </a:lnTo>
                <a:lnTo>
                  <a:pt x="678315" y="518568"/>
                </a:lnTo>
                <a:lnTo>
                  <a:pt x="696429" y="474214"/>
                </a:lnTo>
                <a:lnTo>
                  <a:pt x="708619" y="427125"/>
                </a:lnTo>
                <a:lnTo>
                  <a:pt x="711248" y="404774"/>
                </a:lnTo>
                <a:lnTo>
                  <a:pt x="357212" y="404774"/>
                </a:lnTo>
                <a:lnTo>
                  <a:pt x="339812" y="401236"/>
                </a:lnTo>
                <a:lnTo>
                  <a:pt x="325602" y="391588"/>
                </a:lnTo>
                <a:lnTo>
                  <a:pt x="316022" y="377278"/>
                </a:lnTo>
                <a:lnTo>
                  <a:pt x="312508" y="359752"/>
                </a:lnTo>
                <a:lnTo>
                  <a:pt x="312508" y="356717"/>
                </a:lnTo>
                <a:lnTo>
                  <a:pt x="312813" y="353758"/>
                </a:lnTo>
                <a:lnTo>
                  <a:pt x="313397" y="350875"/>
                </a:lnTo>
                <a:lnTo>
                  <a:pt x="232092" y="259181"/>
                </a:lnTo>
                <a:lnTo>
                  <a:pt x="229323" y="255955"/>
                </a:lnTo>
                <a:lnTo>
                  <a:pt x="227558" y="251790"/>
                </a:lnTo>
                <a:lnTo>
                  <a:pt x="227558" y="237248"/>
                </a:lnTo>
                <a:lnTo>
                  <a:pt x="235572" y="229184"/>
                </a:lnTo>
                <a:lnTo>
                  <a:pt x="490753" y="229184"/>
                </a:lnTo>
                <a:lnTo>
                  <a:pt x="547928" y="187553"/>
                </a:lnTo>
                <a:lnTo>
                  <a:pt x="550900" y="185445"/>
                </a:lnTo>
                <a:lnTo>
                  <a:pt x="554482" y="184150"/>
                </a:lnTo>
                <a:lnTo>
                  <a:pt x="668696" y="184150"/>
                </a:lnTo>
                <a:lnTo>
                  <a:pt x="654735" y="159782"/>
                </a:lnTo>
                <a:lnTo>
                  <a:pt x="626146" y="122286"/>
                </a:lnTo>
                <a:lnTo>
                  <a:pt x="593691" y="89598"/>
                </a:lnTo>
                <a:lnTo>
                  <a:pt x="347345" y="89598"/>
                </a:lnTo>
                <a:lnTo>
                  <a:pt x="339331" y="81534"/>
                </a:lnTo>
                <a:lnTo>
                  <a:pt x="339331" y="0"/>
                </a:lnTo>
                <a:close/>
              </a:path>
              <a:path w="715010" h="720090">
                <a:moveTo>
                  <a:pt x="593691" y="629907"/>
                </a:moveTo>
                <a:lnTo>
                  <a:pt x="367093" y="629907"/>
                </a:lnTo>
                <a:lnTo>
                  <a:pt x="375107" y="637971"/>
                </a:lnTo>
                <a:lnTo>
                  <a:pt x="375107" y="719505"/>
                </a:lnTo>
                <a:lnTo>
                  <a:pt x="424121" y="713657"/>
                </a:lnTo>
                <a:lnTo>
                  <a:pt x="470876" y="701381"/>
                </a:lnTo>
                <a:lnTo>
                  <a:pt x="514915" y="683137"/>
                </a:lnTo>
                <a:lnTo>
                  <a:pt x="555778" y="659388"/>
                </a:lnTo>
                <a:lnTo>
                  <a:pt x="593008" y="630595"/>
                </a:lnTo>
                <a:lnTo>
                  <a:pt x="593691" y="629907"/>
                </a:lnTo>
                <a:close/>
              </a:path>
              <a:path w="715010" h="720090">
                <a:moveTo>
                  <a:pt x="668696" y="184150"/>
                </a:moveTo>
                <a:lnTo>
                  <a:pt x="568261" y="184150"/>
                </a:lnTo>
                <a:lnTo>
                  <a:pt x="576287" y="192227"/>
                </a:lnTo>
                <a:lnTo>
                  <a:pt x="576287" y="207721"/>
                </a:lnTo>
                <a:lnTo>
                  <a:pt x="573722" y="212623"/>
                </a:lnTo>
                <a:lnTo>
                  <a:pt x="569810" y="215938"/>
                </a:lnTo>
                <a:lnTo>
                  <a:pt x="401701" y="357530"/>
                </a:lnTo>
                <a:lnTo>
                  <a:pt x="401751" y="358279"/>
                </a:lnTo>
                <a:lnTo>
                  <a:pt x="401929" y="359003"/>
                </a:lnTo>
                <a:lnTo>
                  <a:pt x="401929" y="359752"/>
                </a:lnTo>
                <a:lnTo>
                  <a:pt x="398416" y="377278"/>
                </a:lnTo>
                <a:lnTo>
                  <a:pt x="388834" y="391588"/>
                </a:lnTo>
                <a:lnTo>
                  <a:pt x="374620" y="401236"/>
                </a:lnTo>
                <a:lnTo>
                  <a:pt x="357212" y="404774"/>
                </a:lnTo>
                <a:lnTo>
                  <a:pt x="711248" y="404774"/>
                </a:lnTo>
                <a:lnTo>
                  <a:pt x="714425" y="377761"/>
                </a:lnTo>
                <a:lnTo>
                  <a:pt x="633476" y="377761"/>
                </a:lnTo>
                <a:lnTo>
                  <a:pt x="625475" y="369697"/>
                </a:lnTo>
                <a:lnTo>
                  <a:pt x="625475" y="349808"/>
                </a:lnTo>
                <a:lnTo>
                  <a:pt x="633476" y="341744"/>
                </a:lnTo>
                <a:lnTo>
                  <a:pt x="714425" y="341744"/>
                </a:lnTo>
                <a:lnTo>
                  <a:pt x="708619" y="292380"/>
                </a:lnTo>
                <a:lnTo>
                  <a:pt x="696429" y="245290"/>
                </a:lnTo>
                <a:lnTo>
                  <a:pt x="678315" y="200937"/>
                </a:lnTo>
                <a:lnTo>
                  <a:pt x="668696" y="184150"/>
                </a:lnTo>
                <a:close/>
              </a:path>
              <a:path w="715010" h="720090">
                <a:moveTo>
                  <a:pt x="373263" y="314731"/>
                </a:moveTo>
                <a:lnTo>
                  <a:pt x="361784" y="314731"/>
                </a:lnTo>
                <a:lnTo>
                  <a:pt x="366128" y="315620"/>
                </a:lnTo>
                <a:lnTo>
                  <a:pt x="370281" y="316903"/>
                </a:lnTo>
                <a:lnTo>
                  <a:pt x="373263" y="314731"/>
                </a:lnTo>
                <a:close/>
              </a:path>
              <a:path w="715010" h="720090">
                <a:moveTo>
                  <a:pt x="484474" y="233756"/>
                </a:moveTo>
                <a:lnTo>
                  <a:pt x="257352" y="233756"/>
                </a:lnTo>
                <a:lnTo>
                  <a:pt x="348411" y="315620"/>
                </a:lnTo>
                <a:lnTo>
                  <a:pt x="351256" y="315048"/>
                </a:lnTo>
                <a:lnTo>
                  <a:pt x="354203" y="314731"/>
                </a:lnTo>
                <a:lnTo>
                  <a:pt x="373263" y="314731"/>
                </a:lnTo>
                <a:lnTo>
                  <a:pt x="484474" y="233756"/>
                </a:lnTo>
                <a:close/>
              </a:path>
              <a:path w="715010" h="720090">
                <a:moveTo>
                  <a:pt x="490753" y="229184"/>
                </a:moveTo>
                <a:lnTo>
                  <a:pt x="250012" y="229184"/>
                </a:lnTo>
                <a:lnTo>
                  <a:pt x="254139" y="230962"/>
                </a:lnTo>
                <a:lnTo>
                  <a:pt x="257302" y="233807"/>
                </a:lnTo>
                <a:lnTo>
                  <a:pt x="484474" y="233756"/>
                </a:lnTo>
                <a:lnTo>
                  <a:pt x="490753" y="229184"/>
                </a:lnTo>
                <a:close/>
              </a:path>
              <a:path w="715010" h="720090">
                <a:moveTo>
                  <a:pt x="548018" y="187553"/>
                </a:moveTo>
                <a:close/>
              </a:path>
              <a:path w="715010" h="720090">
                <a:moveTo>
                  <a:pt x="375107" y="0"/>
                </a:moveTo>
                <a:lnTo>
                  <a:pt x="375107" y="81534"/>
                </a:lnTo>
                <a:lnTo>
                  <a:pt x="367093" y="89598"/>
                </a:lnTo>
                <a:lnTo>
                  <a:pt x="593691" y="89598"/>
                </a:lnTo>
                <a:lnTo>
                  <a:pt x="555778" y="60117"/>
                </a:lnTo>
                <a:lnTo>
                  <a:pt x="514915" y="36368"/>
                </a:lnTo>
                <a:lnTo>
                  <a:pt x="470876" y="18124"/>
                </a:lnTo>
                <a:lnTo>
                  <a:pt x="424121" y="5848"/>
                </a:lnTo>
                <a:lnTo>
                  <a:pt x="375107" y="0"/>
                </a:lnTo>
                <a:close/>
              </a:path>
            </a:pathLst>
          </a:custGeom>
          <a:solidFill>
            <a:srgbClr val="2C2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483616"/>
            <a:ext cx="13761720" cy="1934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780792"/>
            <a:ext cx="13761720" cy="7979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98872" y="11244072"/>
            <a:ext cx="4893056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64540" y="11244072"/>
            <a:ext cx="3516884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09376" y="11244072"/>
            <a:ext cx="3516884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3961" y="6074028"/>
            <a:ext cx="11526839" cy="3568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125"/>
              </a:spcBef>
            </a:pPr>
            <a:r>
              <a:rPr lang="es-ES" sz="6000" spc="50" dirty="0" smtClean="0">
                <a:solidFill>
                  <a:srgbClr val="2C2C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6000" spc="50" dirty="0" smtClean="0">
                <a:solidFill>
                  <a:srgbClr val="2C2C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:00</a:t>
            </a:r>
            <a:endParaRPr sz="6000" spc="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ts val="4890"/>
              </a:lnSpc>
              <a:spcBef>
                <a:spcPts val="5760"/>
              </a:spcBef>
            </a:pPr>
            <a:r>
              <a:rPr sz="4100" b="1" spc="50" dirty="0">
                <a:solidFill>
                  <a:srgbClr val="2C2C92"/>
                </a:solidFill>
                <a:latin typeface="Trebuchet MS"/>
                <a:cs typeface="Trebuchet MS"/>
              </a:rPr>
              <a:t>Lugar: </a:t>
            </a:r>
            <a:r>
              <a:rPr lang="es-ES" sz="4100" spc="50" dirty="0" smtClean="0">
                <a:solidFill>
                  <a:srgbClr val="2C2C92"/>
                </a:solidFill>
                <a:latin typeface="Trebuchet MS"/>
                <a:cs typeface="Trebuchet MS"/>
              </a:rPr>
              <a:t>Auditorio del Hospital Básico de Zumba         Av. del Colegio y Manuel Ordóñez           Zumba</a:t>
            </a:r>
            <a:r>
              <a:rPr sz="4100" spc="50" dirty="0" smtClean="0">
                <a:solidFill>
                  <a:srgbClr val="2C2C92"/>
                </a:solidFill>
                <a:latin typeface="Trebuchet MS"/>
                <a:cs typeface="Trebuchet MS"/>
              </a:rPr>
              <a:t>-Ecuador</a:t>
            </a:r>
            <a:endParaRPr sz="4100" spc="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2463" y="663897"/>
            <a:ext cx="11298973" cy="116890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475"/>
              </a:lnSpc>
              <a:spcBef>
                <a:spcPts val="114"/>
              </a:spcBef>
            </a:pPr>
            <a:r>
              <a:rPr lang="es-MX" sz="4100" kern="100" spc="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INVITAMOS</a:t>
            </a:r>
            <a:endParaRPr lang="es-MX" sz="4100" kern="100" spc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4475"/>
              </a:lnSpc>
            </a:pPr>
            <a:r>
              <a:rPr lang="es-MX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USTED A LA:</a:t>
            </a:r>
            <a:endParaRPr lang="es-MX" sz="4100" kern="100" spc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2202" y="5555989"/>
            <a:ext cx="6068598" cy="6450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100" kern="100" spc="1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s-MX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endParaRPr sz="4100" kern="100" spc="1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2202" y="6106467"/>
            <a:ext cx="7973598" cy="6450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Jueves</a:t>
            </a:r>
            <a:r>
              <a:rPr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100" kern="100" spc="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marzo </a:t>
            </a:r>
            <a:r>
              <a:rPr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202</a:t>
            </a:r>
            <a:r>
              <a:rPr lang="es-ES" sz="4100" kern="100" spc="1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4100" kern="100" spc="1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68321" y="2269114"/>
            <a:ext cx="7534275" cy="9130665"/>
            <a:chOff x="3568321" y="2269114"/>
            <a:chExt cx="7534275" cy="913066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3296" y="10774060"/>
              <a:ext cx="124434" cy="1997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28259" y="10767499"/>
              <a:ext cx="40640" cy="206375"/>
            </a:xfrm>
            <a:custGeom>
              <a:avLst/>
              <a:gdLst/>
              <a:ahLst/>
              <a:cxnLst/>
              <a:rect l="l" t="t" r="r" b="b"/>
              <a:pathLst>
                <a:path w="40640" h="206375">
                  <a:moveTo>
                    <a:pt x="34632" y="60502"/>
                  </a:moveTo>
                  <a:lnTo>
                    <a:pt x="6477" y="60502"/>
                  </a:lnTo>
                  <a:lnTo>
                    <a:pt x="5664" y="60832"/>
                  </a:lnTo>
                  <a:lnTo>
                    <a:pt x="4330" y="62179"/>
                  </a:lnTo>
                  <a:lnTo>
                    <a:pt x="4000" y="62979"/>
                  </a:lnTo>
                  <a:lnTo>
                    <a:pt x="4000" y="203873"/>
                  </a:lnTo>
                  <a:lnTo>
                    <a:pt x="4330" y="204673"/>
                  </a:lnTo>
                  <a:lnTo>
                    <a:pt x="5664" y="206006"/>
                  </a:lnTo>
                  <a:lnTo>
                    <a:pt x="6477" y="206336"/>
                  </a:lnTo>
                  <a:lnTo>
                    <a:pt x="34632" y="206336"/>
                  </a:lnTo>
                  <a:lnTo>
                    <a:pt x="35445" y="206006"/>
                  </a:lnTo>
                  <a:lnTo>
                    <a:pt x="36779" y="204673"/>
                  </a:lnTo>
                  <a:lnTo>
                    <a:pt x="37109" y="203873"/>
                  </a:lnTo>
                  <a:lnTo>
                    <a:pt x="37109" y="62979"/>
                  </a:lnTo>
                  <a:lnTo>
                    <a:pt x="36779" y="62179"/>
                  </a:lnTo>
                  <a:lnTo>
                    <a:pt x="35445" y="60832"/>
                  </a:lnTo>
                  <a:lnTo>
                    <a:pt x="34632" y="60502"/>
                  </a:lnTo>
                  <a:close/>
                </a:path>
                <a:path w="40640" h="206375">
                  <a:moveTo>
                    <a:pt x="26174" y="0"/>
                  </a:moveTo>
                  <a:lnTo>
                    <a:pt x="14363" y="0"/>
                  </a:lnTo>
                  <a:lnTo>
                    <a:pt x="9525" y="1892"/>
                  </a:lnTo>
                  <a:lnTo>
                    <a:pt x="1917" y="9512"/>
                  </a:lnTo>
                  <a:lnTo>
                    <a:pt x="0" y="14363"/>
                  </a:lnTo>
                  <a:lnTo>
                    <a:pt x="0" y="26161"/>
                  </a:lnTo>
                  <a:lnTo>
                    <a:pt x="1917" y="31000"/>
                  </a:lnTo>
                  <a:lnTo>
                    <a:pt x="9525" y="38620"/>
                  </a:lnTo>
                  <a:lnTo>
                    <a:pt x="14363" y="40512"/>
                  </a:lnTo>
                  <a:lnTo>
                    <a:pt x="25971" y="40512"/>
                  </a:lnTo>
                  <a:lnTo>
                    <a:pt x="30734" y="38620"/>
                  </a:lnTo>
                  <a:lnTo>
                    <a:pt x="38354" y="31000"/>
                  </a:lnTo>
                  <a:lnTo>
                    <a:pt x="40246" y="26161"/>
                  </a:lnTo>
                  <a:lnTo>
                    <a:pt x="40246" y="14363"/>
                  </a:lnTo>
                  <a:lnTo>
                    <a:pt x="38404" y="9512"/>
                  </a:lnTo>
                  <a:lnTo>
                    <a:pt x="30975" y="1892"/>
                  </a:lnTo>
                  <a:lnTo>
                    <a:pt x="26174" y="0"/>
                  </a:lnTo>
                  <a:close/>
                </a:path>
              </a:pathLst>
            </a:custGeom>
            <a:solidFill>
              <a:srgbClr val="312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8187" y="10825711"/>
              <a:ext cx="100177" cy="1481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26325" y="10767499"/>
              <a:ext cx="40640" cy="206375"/>
            </a:xfrm>
            <a:custGeom>
              <a:avLst/>
              <a:gdLst/>
              <a:ahLst/>
              <a:cxnLst/>
              <a:rect l="l" t="t" r="r" b="b"/>
              <a:pathLst>
                <a:path w="40640" h="206375">
                  <a:moveTo>
                    <a:pt x="34632" y="60502"/>
                  </a:moveTo>
                  <a:lnTo>
                    <a:pt x="6477" y="60502"/>
                  </a:lnTo>
                  <a:lnTo>
                    <a:pt x="5664" y="60832"/>
                  </a:lnTo>
                  <a:lnTo>
                    <a:pt x="4318" y="62179"/>
                  </a:lnTo>
                  <a:lnTo>
                    <a:pt x="4000" y="62979"/>
                  </a:lnTo>
                  <a:lnTo>
                    <a:pt x="4000" y="203873"/>
                  </a:lnTo>
                  <a:lnTo>
                    <a:pt x="4318" y="204673"/>
                  </a:lnTo>
                  <a:lnTo>
                    <a:pt x="5664" y="206006"/>
                  </a:lnTo>
                  <a:lnTo>
                    <a:pt x="6477" y="206336"/>
                  </a:lnTo>
                  <a:lnTo>
                    <a:pt x="34632" y="206336"/>
                  </a:lnTo>
                  <a:lnTo>
                    <a:pt x="35433" y="206006"/>
                  </a:lnTo>
                  <a:lnTo>
                    <a:pt x="36766" y="204673"/>
                  </a:lnTo>
                  <a:lnTo>
                    <a:pt x="37109" y="203873"/>
                  </a:lnTo>
                  <a:lnTo>
                    <a:pt x="37109" y="62979"/>
                  </a:lnTo>
                  <a:lnTo>
                    <a:pt x="36766" y="62179"/>
                  </a:lnTo>
                  <a:lnTo>
                    <a:pt x="35433" y="60832"/>
                  </a:lnTo>
                  <a:lnTo>
                    <a:pt x="34632" y="60502"/>
                  </a:lnTo>
                  <a:close/>
                </a:path>
                <a:path w="40640" h="206375">
                  <a:moveTo>
                    <a:pt x="26162" y="0"/>
                  </a:moveTo>
                  <a:lnTo>
                    <a:pt x="14363" y="0"/>
                  </a:lnTo>
                  <a:lnTo>
                    <a:pt x="9512" y="1892"/>
                  </a:lnTo>
                  <a:lnTo>
                    <a:pt x="1905" y="9512"/>
                  </a:lnTo>
                  <a:lnTo>
                    <a:pt x="0" y="14363"/>
                  </a:lnTo>
                  <a:lnTo>
                    <a:pt x="0" y="26161"/>
                  </a:lnTo>
                  <a:lnTo>
                    <a:pt x="1905" y="31000"/>
                  </a:lnTo>
                  <a:lnTo>
                    <a:pt x="9512" y="38620"/>
                  </a:lnTo>
                  <a:lnTo>
                    <a:pt x="14363" y="40512"/>
                  </a:lnTo>
                  <a:lnTo>
                    <a:pt x="25971" y="40512"/>
                  </a:lnTo>
                  <a:lnTo>
                    <a:pt x="30721" y="38620"/>
                  </a:lnTo>
                  <a:lnTo>
                    <a:pt x="38341" y="31000"/>
                  </a:lnTo>
                  <a:lnTo>
                    <a:pt x="40233" y="26161"/>
                  </a:lnTo>
                  <a:lnTo>
                    <a:pt x="40233" y="14363"/>
                  </a:lnTo>
                  <a:lnTo>
                    <a:pt x="38392" y="9512"/>
                  </a:lnTo>
                  <a:lnTo>
                    <a:pt x="30962" y="1892"/>
                  </a:lnTo>
                  <a:lnTo>
                    <a:pt x="26162" y="0"/>
                  </a:lnTo>
                  <a:close/>
                </a:path>
              </a:pathLst>
            </a:custGeom>
            <a:solidFill>
              <a:srgbClr val="312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1687" y="10791761"/>
              <a:ext cx="184934" cy="1837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99459" y="10825719"/>
              <a:ext cx="101028" cy="1503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29018" y="10767499"/>
              <a:ext cx="132419" cy="2063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88845" y="10825713"/>
              <a:ext cx="101879" cy="1504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709" y="10774066"/>
              <a:ext cx="100668" cy="2020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11042" y="10825719"/>
              <a:ext cx="101028" cy="1503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99411" y="10771776"/>
              <a:ext cx="106159" cy="20434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28123" y="10825713"/>
              <a:ext cx="105016" cy="1504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961395" y="10774064"/>
              <a:ext cx="33655" cy="200025"/>
            </a:xfrm>
            <a:custGeom>
              <a:avLst/>
              <a:gdLst/>
              <a:ahLst/>
              <a:cxnLst/>
              <a:rect l="l" t="t" r="r" b="b"/>
              <a:pathLst>
                <a:path w="33654" h="200025">
                  <a:moveTo>
                    <a:pt x="30632" y="0"/>
                  </a:moveTo>
                  <a:lnTo>
                    <a:pt x="2463" y="0"/>
                  </a:lnTo>
                  <a:lnTo>
                    <a:pt x="1663" y="330"/>
                  </a:lnTo>
                  <a:lnTo>
                    <a:pt x="317" y="1651"/>
                  </a:lnTo>
                  <a:lnTo>
                    <a:pt x="0" y="2463"/>
                  </a:lnTo>
                  <a:lnTo>
                    <a:pt x="0" y="197307"/>
                  </a:lnTo>
                  <a:lnTo>
                    <a:pt x="317" y="198107"/>
                  </a:lnTo>
                  <a:lnTo>
                    <a:pt x="990" y="198767"/>
                  </a:lnTo>
                  <a:lnTo>
                    <a:pt x="1663" y="199440"/>
                  </a:lnTo>
                  <a:lnTo>
                    <a:pt x="2463" y="199771"/>
                  </a:lnTo>
                  <a:lnTo>
                    <a:pt x="30632" y="199771"/>
                  </a:lnTo>
                  <a:lnTo>
                    <a:pt x="31432" y="199440"/>
                  </a:lnTo>
                  <a:lnTo>
                    <a:pt x="32765" y="198107"/>
                  </a:lnTo>
                  <a:lnTo>
                    <a:pt x="33108" y="197307"/>
                  </a:lnTo>
                  <a:lnTo>
                    <a:pt x="33108" y="2463"/>
                  </a:lnTo>
                  <a:lnTo>
                    <a:pt x="32765" y="1651"/>
                  </a:lnTo>
                  <a:lnTo>
                    <a:pt x="31432" y="330"/>
                  </a:lnTo>
                  <a:lnTo>
                    <a:pt x="30632" y="0"/>
                  </a:lnTo>
                  <a:close/>
                </a:path>
              </a:pathLst>
            </a:custGeom>
            <a:solidFill>
              <a:srgbClr val="312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23905" y="10827999"/>
              <a:ext cx="100152" cy="1478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53549" y="10774066"/>
              <a:ext cx="100668" cy="2020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50955" y="10773781"/>
              <a:ext cx="108165" cy="2000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483946" y="10774057"/>
              <a:ext cx="100164" cy="20177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16086" y="10774060"/>
              <a:ext cx="100643" cy="2020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745368" y="10767504"/>
              <a:ext cx="101600" cy="206375"/>
            </a:xfrm>
            <a:custGeom>
              <a:avLst/>
              <a:gdLst/>
              <a:ahLst/>
              <a:cxnLst/>
              <a:rect l="l" t="t" r="r" b="b"/>
              <a:pathLst>
                <a:path w="101600" h="206375">
                  <a:moveTo>
                    <a:pt x="33096" y="9029"/>
                  </a:moveTo>
                  <a:lnTo>
                    <a:pt x="32766" y="8216"/>
                  </a:lnTo>
                  <a:lnTo>
                    <a:pt x="31419" y="6896"/>
                  </a:lnTo>
                  <a:lnTo>
                    <a:pt x="30632" y="6565"/>
                  </a:lnTo>
                  <a:lnTo>
                    <a:pt x="2451" y="6565"/>
                  </a:lnTo>
                  <a:lnTo>
                    <a:pt x="1663" y="6896"/>
                  </a:lnTo>
                  <a:lnTo>
                    <a:pt x="317" y="8216"/>
                  </a:lnTo>
                  <a:lnTo>
                    <a:pt x="0" y="9029"/>
                  </a:lnTo>
                  <a:lnTo>
                    <a:pt x="0" y="203873"/>
                  </a:lnTo>
                  <a:lnTo>
                    <a:pt x="317" y="204673"/>
                  </a:lnTo>
                  <a:lnTo>
                    <a:pt x="990" y="205333"/>
                  </a:lnTo>
                  <a:lnTo>
                    <a:pt x="1663" y="206006"/>
                  </a:lnTo>
                  <a:lnTo>
                    <a:pt x="2451" y="206336"/>
                  </a:lnTo>
                  <a:lnTo>
                    <a:pt x="30632" y="206336"/>
                  </a:lnTo>
                  <a:lnTo>
                    <a:pt x="31419" y="206006"/>
                  </a:lnTo>
                  <a:lnTo>
                    <a:pt x="32766" y="204673"/>
                  </a:lnTo>
                  <a:lnTo>
                    <a:pt x="33096" y="203873"/>
                  </a:lnTo>
                  <a:lnTo>
                    <a:pt x="33096" y="9029"/>
                  </a:lnTo>
                  <a:close/>
                </a:path>
                <a:path w="101600" h="206375">
                  <a:moveTo>
                    <a:pt x="97866" y="62979"/>
                  </a:moveTo>
                  <a:lnTo>
                    <a:pt x="97536" y="62179"/>
                  </a:lnTo>
                  <a:lnTo>
                    <a:pt x="96202" y="60833"/>
                  </a:lnTo>
                  <a:lnTo>
                    <a:pt x="95389" y="60502"/>
                  </a:lnTo>
                  <a:lnTo>
                    <a:pt x="67233" y="60502"/>
                  </a:lnTo>
                  <a:lnTo>
                    <a:pt x="66421" y="60833"/>
                  </a:lnTo>
                  <a:lnTo>
                    <a:pt x="65087" y="62179"/>
                  </a:lnTo>
                  <a:lnTo>
                    <a:pt x="64757" y="62979"/>
                  </a:lnTo>
                  <a:lnTo>
                    <a:pt x="64757" y="203873"/>
                  </a:lnTo>
                  <a:lnTo>
                    <a:pt x="65087" y="204673"/>
                  </a:lnTo>
                  <a:lnTo>
                    <a:pt x="66421" y="206006"/>
                  </a:lnTo>
                  <a:lnTo>
                    <a:pt x="67233" y="206336"/>
                  </a:lnTo>
                  <a:lnTo>
                    <a:pt x="95389" y="206336"/>
                  </a:lnTo>
                  <a:lnTo>
                    <a:pt x="96202" y="206006"/>
                  </a:lnTo>
                  <a:lnTo>
                    <a:pt x="97536" y="204673"/>
                  </a:lnTo>
                  <a:lnTo>
                    <a:pt x="97866" y="203873"/>
                  </a:lnTo>
                  <a:lnTo>
                    <a:pt x="97866" y="62979"/>
                  </a:lnTo>
                  <a:close/>
                </a:path>
                <a:path w="101600" h="206375">
                  <a:moveTo>
                    <a:pt x="101003" y="14363"/>
                  </a:moveTo>
                  <a:lnTo>
                    <a:pt x="99161" y="9512"/>
                  </a:lnTo>
                  <a:lnTo>
                    <a:pt x="91732" y="1892"/>
                  </a:lnTo>
                  <a:lnTo>
                    <a:pt x="86931" y="0"/>
                  </a:lnTo>
                  <a:lnTo>
                    <a:pt x="75120" y="0"/>
                  </a:lnTo>
                  <a:lnTo>
                    <a:pt x="70281" y="1892"/>
                  </a:lnTo>
                  <a:lnTo>
                    <a:pt x="62674" y="9512"/>
                  </a:lnTo>
                  <a:lnTo>
                    <a:pt x="60756" y="14363"/>
                  </a:lnTo>
                  <a:lnTo>
                    <a:pt x="60756" y="26162"/>
                  </a:lnTo>
                  <a:lnTo>
                    <a:pt x="62674" y="31000"/>
                  </a:lnTo>
                  <a:lnTo>
                    <a:pt x="70281" y="38620"/>
                  </a:lnTo>
                  <a:lnTo>
                    <a:pt x="75120" y="40513"/>
                  </a:lnTo>
                  <a:lnTo>
                    <a:pt x="86728" y="40513"/>
                  </a:lnTo>
                  <a:lnTo>
                    <a:pt x="91490" y="38620"/>
                  </a:lnTo>
                  <a:lnTo>
                    <a:pt x="99110" y="31000"/>
                  </a:lnTo>
                  <a:lnTo>
                    <a:pt x="101003" y="26162"/>
                  </a:lnTo>
                  <a:lnTo>
                    <a:pt x="101003" y="14363"/>
                  </a:lnTo>
                  <a:close/>
                </a:path>
              </a:pathLst>
            </a:custGeom>
            <a:solidFill>
              <a:srgbClr val="312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73789" y="10825722"/>
              <a:ext cx="101320" cy="15039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997366" y="10825713"/>
              <a:ext cx="105016" cy="15040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850969" y="10442781"/>
              <a:ext cx="542925" cy="820419"/>
            </a:xfrm>
            <a:custGeom>
              <a:avLst/>
              <a:gdLst/>
              <a:ahLst/>
              <a:cxnLst/>
              <a:rect l="l" t="t" r="r" b="b"/>
              <a:pathLst>
                <a:path w="542925" h="820420">
                  <a:moveTo>
                    <a:pt x="485889" y="0"/>
                  </a:moveTo>
                  <a:lnTo>
                    <a:pt x="479552" y="0"/>
                  </a:lnTo>
                  <a:lnTo>
                    <a:pt x="420566" y="8250"/>
                  </a:lnTo>
                  <a:lnTo>
                    <a:pt x="374792" y="29086"/>
                  </a:lnTo>
                  <a:lnTo>
                    <a:pt x="340963" y="56633"/>
                  </a:lnTo>
                  <a:lnTo>
                    <a:pt x="304088" y="108369"/>
                  </a:lnTo>
                  <a:lnTo>
                    <a:pt x="157746" y="441617"/>
                  </a:lnTo>
                  <a:lnTo>
                    <a:pt x="0" y="808609"/>
                  </a:lnTo>
                  <a:lnTo>
                    <a:pt x="15437" y="813446"/>
                  </a:lnTo>
                  <a:lnTo>
                    <a:pt x="32061" y="817105"/>
                  </a:lnTo>
                  <a:lnTo>
                    <a:pt x="49913" y="819421"/>
                  </a:lnTo>
                  <a:lnTo>
                    <a:pt x="69037" y="820229"/>
                  </a:lnTo>
                  <a:lnTo>
                    <a:pt x="134092" y="810058"/>
                  </a:lnTo>
                  <a:lnTo>
                    <a:pt x="182819" y="785018"/>
                  </a:lnTo>
                  <a:lnTo>
                    <a:pt x="216987" y="753321"/>
                  </a:lnTo>
                  <a:lnTo>
                    <a:pt x="242176" y="717296"/>
                  </a:lnTo>
                  <a:lnTo>
                    <a:pt x="542620" y="9728"/>
                  </a:lnTo>
                  <a:lnTo>
                    <a:pt x="536879" y="7797"/>
                  </a:lnTo>
                  <a:lnTo>
                    <a:pt x="525754" y="4953"/>
                  </a:lnTo>
                  <a:lnTo>
                    <a:pt x="512584" y="2438"/>
                  </a:lnTo>
                  <a:lnTo>
                    <a:pt x="491959" y="342"/>
                  </a:lnTo>
                  <a:lnTo>
                    <a:pt x="485889" y="0"/>
                  </a:lnTo>
                  <a:close/>
                </a:path>
              </a:pathLst>
            </a:custGeom>
            <a:solidFill>
              <a:srgbClr val="FFC6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47564" y="10442781"/>
              <a:ext cx="546100" cy="820419"/>
            </a:xfrm>
            <a:custGeom>
              <a:avLst/>
              <a:gdLst/>
              <a:ahLst/>
              <a:cxnLst/>
              <a:rect l="l" t="t" r="r" b="b"/>
              <a:pathLst>
                <a:path w="546100" h="820420">
                  <a:moveTo>
                    <a:pt x="485063" y="0"/>
                  </a:moveTo>
                  <a:lnTo>
                    <a:pt x="478726" y="0"/>
                  </a:lnTo>
                  <a:lnTo>
                    <a:pt x="419741" y="8250"/>
                  </a:lnTo>
                  <a:lnTo>
                    <a:pt x="373965" y="29086"/>
                  </a:lnTo>
                  <a:lnTo>
                    <a:pt x="340135" y="56633"/>
                  </a:lnTo>
                  <a:lnTo>
                    <a:pt x="303250" y="108369"/>
                  </a:lnTo>
                  <a:lnTo>
                    <a:pt x="216471" y="305981"/>
                  </a:lnTo>
                  <a:lnTo>
                    <a:pt x="0" y="808939"/>
                  </a:lnTo>
                  <a:lnTo>
                    <a:pt x="15274" y="813644"/>
                  </a:lnTo>
                  <a:lnTo>
                    <a:pt x="31710" y="817198"/>
                  </a:lnTo>
                  <a:lnTo>
                    <a:pt x="49343" y="819445"/>
                  </a:lnTo>
                  <a:lnTo>
                    <a:pt x="68211" y="820229"/>
                  </a:lnTo>
                  <a:lnTo>
                    <a:pt x="133268" y="810058"/>
                  </a:lnTo>
                  <a:lnTo>
                    <a:pt x="181998" y="785018"/>
                  </a:lnTo>
                  <a:lnTo>
                    <a:pt x="216167" y="753321"/>
                  </a:lnTo>
                  <a:lnTo>
                    <a:pt x="241350" y="717321"/>
                  </a:lnTo>
                  <a:lnTo>
                    <a:pt x="545617" y="10998"/>
                  </a:lnTo>
                  <a:lnTo>
                    <a:pt x="539368" y="8750"/>
                  </a:lnTo>
                  <a:lnTo>
                    <a:pt x="491134" y="342"/>
                  </a:lnTo>
                  <a:lnTo>
                    <a:pt x="485063" y="0"/>
                  </a:lnTo>
                  <a:close/>
                </a:path>
              </a:pathLst>
            </a:custGeom>
            <a:solidFill>
              <a:srgbClr val="2E31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47790" y="10442781"/>
              <a:ext cx="546100" cy="820419"/>
            </a:xfrm>
            <a:custGeom>
              <a:avLst/>
              <a:gdLst/>
              <a:ahLst/>
              <a:cxnLst/>
              <a:rect l="l" t="t" r="r" b="b"/>
              <a:pathLst>
                <a:path w="546100" h="820420">
                  <a:moveTo>
                    <a:pt x="485063" y="0"/>
                  </a:moveTo>
                  <a:lnTo>
                    <a:pt x="478726" y="0"/>
                  </a:lnTo>
                  <a:lnTo>
                    <a:pt x="419741" y="8250"/>
                  </a:lnTo>
                  <a:lnTo>
                    <a:pt x="373965" y="29086"/>
                  </a:lnTo>
                  <a:lnTo>
                    <a:pt x="340135" y="56633"/>
                  </a:lnTo>
                  <a:lnTo>
                    <a:pt x="303250" y="108369"/>
                  </a:lnTo>
                  <a:lnTo>
                    <a:pt x="216471" y="305981"/>
                  </a:lnTo>
                  <a:lnTo>
                    <a:pt x="0" y="808939"/>
                  </a:lnTo>
                  <a:lnTo>
                    <a:pt x="15274" y="813644"/>
                  </a:lnTo>
                  <a:lnTo>
                    <a:pt x="31710" y="817198"/>
                  </a:lnTo>
                  <a:lnTo>
                    <a:pt x="49343" y="819445"/>
                  </a:lnTo>
                  <a:lnTo>
                    <a:pt x="68211" y="820229"/>
                  </a:lnTo>
                  <a:lnTo>
                    <a:pt x="133261" y="810058"/>
                  </a:lnTo>
                  <a:lnTo>
                    <a:pt x="181989" y="785018"/>
                  </a:lnTo>
                  <a:lnTo>
                    <a:pt x="216160" y="753321"/>
                  </a:lnTo>
                  <a:lnTo>
                    <a:pt x="241338" y="717321"/>
                  </a:lnTo>
                  <a:lnTo>
                    <a:pt x="545617" y="10998"/>
                  </a:lnTo>
                  <a:lnTo>
                    <a:pt x="539368" y="8750"/>
                  </a:lnTo>
                  <a:lnTo>
                    <a:pt x="491134" y="342"/>
                  </a:lnTo>
                  <a:lnTo>
                    <a:pt x="485063" y="0"/>
                  </a:lnTo>
                  <a:close/>
                </a:path>
              </a:pathLst>
            </a:custGeom>
            <a:solidFill>
              <a:srgbClr val="EB1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53241" y="10717796"/>
              <a:ext cx="2093595" cy="509270"/>
            </a:xfrm>
            <a:custGeom>
              <a:avLst/>
              <a:gdLst/>
              <a:ahLst/>
              <a:cxnLst/>
              <a:rect l="l" t="t" r="r" b="b"/>
              <a:pathLst>
                <a:path w="2093595" h="509270">
                  <a:moveTo>
                    <a:pt x="431838" y="5689"/>
                  </a:moveTo>
                  <a:lnTo>
                    <a:pt x="218782" y="5689"/>
                  </a:lnTo>
                  <a:lnTo>
                    <a:pt x="0" y="502780"/>
                  </a:lnTo>
                  <a:lnTo>
                    <a:pt x="213055" y="502780"/>
                  </a:lnTo>
                  <a:lnTo>
                    <a:pt x="244309" y="431774"/>
                  </a:lnTo>
                  <a:lnTo>
                    <a:pt x="109385" y="431774"/>
                  </a:lnTo>
                  <a:lnTo>
                    <a:pt x="173443" y="286194"/>
                  </a:lnTo>
                  <a:lnTo>
                    <a:pt x="280682" y="286194"/>
                  </a:lnTo>
                  <a:lnTo>
                    <a:pt x="311937" y="215188"/>
                  </a:lnTo>
                  <a:lnTo>
                    <a:pt x="204711" y="215188"/>
                  </a:lnTo>
                  <a:lnTo>
                    <a:pt x="265658" y="76708"/>
                  </a:lnTo>
                  <a:lnTo>
                    <a:pt x="400583" y="76708"/>
                  </a:lnTo>
                  <a:lnTo>
                    <a:pt x="431838" y="5689"/>
                  </a:lnTo>
                  <a:close/>
                </a:path>
                <a:path w="2093595" h="509270">
                  <a:moveTo>
                    <a:pt x="670788" y="71907"/>
                  </a:moveTo>
                  <a:lnTo>
                    <a:pt x="665988" y="32677"/>
                  </a:lnTo>
                  <a:lnTo>
                    <a:pt x="640245" y="8356"/>
                  </a:lnTo>
                  <a:lnTo>
                    <a:pt x="593356" y="12"/>
                  </a:lnTo>
                  <a:lnTo>
                    <a:pt x="549440" y="5372"/>
                  </a:lnTo>
                  <a:lnTo>
                    <a:pt x="509955" y="21094"/>
                  </a:lnTo>
                  <a:lnTo>
                    <a:pt x="475272" y="46634"/>
                  </a:lnTo>
                  <a:lnTo>
                    <a:pt x="445795" y="81457"/>
                  </a:lnTo>
                  <a:lnTo>
                    <a:pt x="421881" y="124993"/>
                  </a:lnTo>
                  <a:lnTo>
                    <a:pt x="308102" y="383476"/>
                  </a:lnTo>
                  <a:lnTo>
                    <a:pt x="292163" y="436549"/>
                  </a:lnTo>
                  <a:lnTo>
                    <a:pt x="296951" y="475792"/>
                  </a:lnTo>
                  <a:lnTo>
                    <a:pt x="322681" y="500113"/>
                  </a:lnTo>
                  <a:lnTo>
                    <a:pt x="369570" y="508457"/>
                  </a:lnTo>
                  <a:lnTo>
                    <a:pt x="413499" y="503097"/>
                  </a:lnTo>
                  <a:lnTo>
                    <a:pt x="452983" y="487362"/>
                  </a:lnTo>
                  <a:lnTo>
                    <a:pt x="487667" y="461822"/>
                  </a:lnTo>
                  <a:lnTo>
                    <a:pt x="517144" y="427012"/>
                  </a:lnTo>
                  <a:lnTo>
                    <a:pt x="541058" y="383476"/>
                  </a:lnTo>
                  <a:lnTo>
                    <a:pt x="570128" y="317436"/>
                  </a:lnTo>
                  <a:lnTo>
                    <a:pt x="496265" y="317436"/>
                  </a:lnTo>
                  <a:lnTo>
                    <a:pt x="465010" y="388442"/>
                  </a:lnTo>
                  <a:lnTo>
                    <a:pt x="452272" y="410972"/>
                  </a:lnTo>
                  <a:lnTo>
                    <a:pt x="437603" y="425894"/>
                  </a:lnTo>
                  <a:lnTo>
                    <a:pt x="421208" y="434174"/>
                  </a:lnTo>
                  <a:lnTo>
                    <a:pt x="403275" y="436727"/>
                  </a:lnTo>
                  <a:lnTo>
                    <a:pt x="387591" y="434174"/>
                  </a:lnTo>
                  <a:lnTo>
                    <a:pt x="378485" y="425894"/>
                  </a:lnTo>
                  <a:lnTo>
                    <a:pt x="376961" y="410972"/>
                  </a:lnTo>
                  <a:lnTo>
                    <a:pt x="384048" y="388442"/>
                  </a:lnTo>
                  <a:lnTo>
                    <a:pt x="502183" y="120027"/>
                  </a:lnTo>
                  <a:lnTo>
                    <a:pt x="529755" y="82207"/>
                  </a:lnTo>
                  <a:lnTo>
                    <a:pt x="564235" y="71018"/>
                  </a:lnTo>
                  <a:lnTo>
                    <a:pt x="579882" y="73685"/>
                  </a:lnTo>
                  <a:lnTo>
                    <a:pt x="588873" y="82207"/>
                  </a:lnTo>
                  <a:lnTo>
                    <a:pt x="590283" y="97383"/>
                  </a:lnTo>
                  <a:lnTo>
                    <a:pt x="583145" y="120027"/>
                  </a:lnTo>
                  <a:lnTo>
                    <a:pt x="559714" y="173278"/>
                  </a:lnTo>
                  <a:lnTo>
                    <a:pt x="633564" y="173278"/>
                  </a:lnTo>
                  <a:lnTo>
                    <a:pt x="654837" y="124993"/>
                  </a:lnTo>
                  <a:lnTo>
                    <a:pt x="670788" y="71907"/>
                  </a:lnTo>
                  <a:close/>
                </a:path>
                <a:path w="2093595" h="509270">
                  <a:moveTo>
                    <a:pt x="983615" y="5689"/>
                  </a:moveTo>
                  <a:lnTo>
                    <a:pt x="909751" y="5689"/>
                  </a:lnTo>
                  <a:lnTo>
                    <a:pt x="740981" y="389153"/>
                  </a:lnTo>
                  <a:lnTo>
                    <a:pt x="728230" y="411683"/>
                  </a:lnTo>
                  <a:lnTo>
                    <a:pt x="713562" y="426605"/>
                  </a:lnTo>
                  <a:lnTo>
                    <a:pt x="697166" y="434886"/>
                  </a:lnTo>
                  <a:lnTo>
                    <a:pt x="679234" y="437438"/>
                  </a:lnTo>
                  <a:lnTo>
                    <a:pt x="663549" y="434886"/>
                  </a:lnTo>
                  <a:lnTo>
                    <a:pt x="654443" y="426605"/>
                  </a:lnTo>
                  <a:lnTo>
                    <a:pt x="652932" y="411683"/>
                  </a:lnTo>
                  <a:lnTo>
                    <a:pt x="660019" y="389153"/>
                  </a:lnTo>
                  <a:lnTo>
                    <a:pt x="828789" y="5689"/>
                  </a:lnTo>
                  <a:lnTo>
                    <a:pt x="750671" y="5689"/>
                  </a:lnTo>
                  <a:lnTo>
                    <a:pt x="584073" y="384187"/>
                  </a:lnTo>
                  <a:lnTo>
                    <a:pt x="568121" y="437261"/>
                  </a:lnTo>
                  <a:lnTo>
                    <a:pt x="572909" y="476504"/>
                  </a:lnTo>
                  <a:lnTo>
                    <a:pt x="598639" y="500824"/>
                  </a:lnTo>
                  <a:lnTo>
                    <a:pt x="645528" y="509168"/>
                  </a:lnTo>
                  <a:lnTo>
                    <a:pt x="689457" y="503809"/>
                  </a:lnTo>
                  <a:lnTo>
                    <a:pt x="728954" y="488073"/>
                  </a:lnTo>
                  <a:lnTo>
                    <a:pt x="763625" y="462534"/>
                  </a:lnTo>
                  <a:lnTo>
                    <a:pt x="793102" y="427723"/>
                  </a:lnTo>
                  <a:lnTo>
                    <a:pt x="817016" y="384187"/>
                  </a:lnTo>
                  <a:lnTo>
                    <a:pt x="983615" y="5689"/>
                  </a:lnTo>
                  <a:close/>
                </a:path>
                <a:path w="2093595" h="509270">
                  <a:moveTo>
                    <a:pt x="1214107" y="5676"/>
                  </a:moveTo>
                  <a:lnTo>
                    <a:pt x="1114285" y="5676"/>
                  </a:lnTo>
                  <a:lnTo>
                    <a:pt x="1114285" y="93738"/>
                  </a:lnTo>
                  <a:lnTo>
                    <a:pt x="1041285" y="345122"/>
                  </a:lnTo>
                  <a:lnTo>
                    <a:pt x="966000" y="345122"/>
                  </a:lnTo>
                  <a:lnTo>
                    <a:pt x="1114285" y="93738"/>
                  </a:lnTo>
                  <a:lnTo>
                    <a:pt x="1114285" y="5676"/>
                  </a:lnTo>
                  <a:lnTo>
                    <a:pt x="1099781" y="5676"/>
                  </a:lnTo>
                  <a:lnTo>
                    <a:pt x="801446" y="502767"/>
                  </a:lnTo>
                  <a:lnTo>
                    <a:pt x="873175" y="502767"/>
                  </a:lnTo>
                  <a:lnTo>
                    <a:pt x="926363" y="412584"/>
                  </a:lnTo>
                  <a:lnTo>
                    <a:pt x="1022235" y="412584"/>
                  </a:lnTo>
                  <a:lnTo>
                    <a:pt x="996035" y="502767"/>
                  </a:lnTo>
                  <a:lnTo>
                    <a:pt x="1074877" y="502767"/>
                  </a:lnTo>
                  <a:lnTo>
                    <a:pt x="1100137" y="412584"/>
                  </a:lnTo>
                  <a:lnTo>
                    <a:pt x="1119022" y="345122"/>
                  </a:lnTo>
                  <a:lnTo>
                    <a:pt x="1189431" y="93738"/>
                  </a:lnTo>
                  <a:lnTo>
                    <a:pt x="1214107" y="5676"/>
                  </a:lnTo>
                  <a:close/>
                </a:path>
                <a:path w="2093595" h="509270">
                  <a:moveTo>
                    <a:pt x="1531823" y="75793"/>
                  </a:moveTo>
                  <a:lnTo>
                    <a:pt x="1527048" y="37287"/>
                  </a:lnTo>
                  <a:lnTo>
                    <a:pt x="1501051" y="13703"/>
                  </a:lnTo>
                  <a:lnTo>
                    <a:pt x="1453426" y="5689"/>
                  </a:lnTo>
                  <a:lnTo>
                    <a:pt x="1446466" y="5689"/>
                  </a:lnTo>
                  <a:lnTo>
                    <a:pt x="1446466" y="102476"/>
                  </a:lnTo>
                  <a:lnTo>
                    <a:pt x="1439265" y="125006"/>
                  </a:lnTo>
                  <a:lnTo>
                    <a:pt x="1325499" y="383476"/>
                  </a:lnTo>
                  <a:lnTo>
                    <a:pt x="1298448" y="420941"/>
                  </a:lnTo>
                  <a:lnTo>
                    <a:pt x="1264475" y="431774"/>
                  </a:lnTo>
                  <a:lnTo>
                    <a:pt x="1220444" y="431774"/>
                  </a:lnTo>
                  <a:lnTo>
                    <a:pt x="1376718" y="76708"/>
                  </a:lnTo>
                  <a:lnTo>
                    <a:pt x="1420749" y="76708"/>
                  </a:lnTo>
                  <a:lnTo>
                    <a:pt x="1436331" y="79260"/>
                  </a:lnTo>
                  <a:lnTo>
                    <a:pt x="1445196" y="87541"/>
                  </a:lnTo>
                  <a:lnTo>
                    <a:pt x="1446466" y="102476"/>
                  </a:lnTo>
                  <a:lnTo>
                    <a:pt x="1446466" y="5689"/>
                  </a:lnTo>
                  <a:lnTo>
                    <a:pt x="1329855" y="5689"/>
                  </a:lnTo>
                  <a:lnTo>
                    <a:pt x="1111059" y="502767"/>
                  </a:lnTo>
                  <a:lnTo>
                    <a:pt x="1234643" y="502767"/>
                  </a:lnTo>
                  <a:lnTo>
                    <a:pt x="1279017" y="497624"/>
                  </a:lnTo>
                  <a:lnTo>
                    <a:pt x="1318336" y="482434"/>
                  </a:lnTo>
                  <a:lnTo>
                    <a:pt x="1352524" y="457530"/>
                  </a:lnTo>
                  <a:lnTo>
                    <a:pt x="1374292" y="431774"/>
                  </a:lnTo>
                  <a:lnTo>
                    <a:pt x="1381506" y="423240"/>
                  </a:lnTo>
                  <a:lnTo>
                    <a:pt x="1405178" y="379933"/>
                  </a:lnTo>
                  <a:lnTo>
                    <a:pt x="1515821" y="128549"/>
                  </a:lnTo>
                  <a:lnTo>
                    <a:pt x="1531543" y="76708"/>
                  </a:lnTo>
                  <a:lnTo>
                    <a:pt x="1531823" y="75793"/>
                  </a:lnTo>
                  <a:close/>
                </a:path>
                <a:path w="2093595" h="509270">
                  <a:moveTo>
                    <a:pt x="1813509" y="71907"/>
                  </a:moveTo>
                  <a:lnTo>
                    <a:pt x="1813382" y="71018"/>
                  </a:lnTo>
                  <a:lnTo>
                    <a:pt x="1807984" y="32677"/>
                  </a:lnTo>
                  <a:lnTo>
                    <a:pt x="1781517" y="8356"/>
                  </a:lnTo>
                  <a:lnTo>
                    <a:pt x="1734299" y="0"/>
                  </a:lnTo>
                  <a:lnTo>
                    <a:pt x="1729092" y="635"/>
                  </a:lnTo>
                  <a:lnTo>
                    <a:pt x="1729092" y="97396"/>
                  </a:lnTo>
                  <a:lnTo>
                    <a:pt x="1721967" y="120015"/>
                  </a:lnTo>
                  <a:lnTo>
                    <a:pt x="1603819" y="388442"/>
                  </a:lnTo>
                  <a:lnTo>
                    <a:pt x="1576247" y="426262"/>
                  </a:lnTo>
                  <a:lnTo>
                    <a:pt x="1541767" y="437438"/>
                  </a:lnTo>
                  <a:lnTo>
                    <a:pt x="1526120" y="434784"/>
                  </a:lnTo>
                  <a:lnTo>
                    <a:pt x="1517129" y="426262"/>
                  </a:lnTo>
                  <a:lnTo>
                    <a:pt x="1515719" y="411086"/>
                  </a:lnTo>
                  <a:lnTo>
                    <a:pt x="1522857" y="388442"/>
                  </a:lnTo>
                  <a:lnTo>
                    <a:pt x="1640992" y="120015"/>
                  </a:lnTo>
                  <a:lnTo>
                    <a:pt x="1668551" y="82207"/>
                  </a:lnTo>
                  <a:lnTo>
                    <a:pt x="1703044" y="71018"/>
                  </a:lnTo>
                  <a:lnTo>
                    <a:pt x="1718678" y="73685"/>
                  </a:lnTo>
                  <a:lnTo>
                    <a:pt x="1727682" y="82207"/>
                  </a:lnTo>
                  <a:lnTo>
                    <a:pt x="1729092" y="97396"/>
                  </a:lnTo>
                  <a:lnTo>
                    <a:pt x="1729092" y="635"/>
                  </a:lnTo>
                  <a:lnTo>
                    <a:pt x="1690154" y="5372"/>
                  </a:lnTo>
                  <a:lnTo>
                    <a:pt x="1650136" y="21094"/>
                  </a:lnTo>
                  <a:lnTo>
                    <a:pt x="1614830" y="46634"/>
                  </a:lnTo>
                  <a:lnTo>
                    <a:pt x="1584820" y="81457"/>
                  </a:lnTo>
                  <a:lnTo>
                    <a:pt x="1560690" y="124993"/>
                  </a:lnTo>
                  <a:lnTo>
                    <a:pt x="1446911" y="383463"/>
                  </a:lnTo>
                  <a:lnTo>
                    <a:pt x="1431290" y="436549"/>
                  </a:lnTo>
                  <a:lnTo>
                    <a:pt x="1436827" y="475792"/>
                  </a:lnTo>
                  <a:lnTo>
                    <a:pt x="1463294" y="500113"/>
                  </a:lnTo>
                  <a:lnTo>
                    <a:pt x="1510512" y="508444"/>
                  </a:lnTo>
                  <a:lnTo>
                    <a:pt x="1554657" y="503085"/>
                  </a:lnTo>
                  <a:lnTo>
                    <a:pt x="1594675" y="487362"/>
                  </a:lnTo>
                  <a:lnTo>
                    <a:pt x="1629968" y="461822"/>
                  </a:lnTo>
                  <a:lnTo>
                    <a:pt x="1650987" y="437438"/>
                  </a:lnTo>
                  <a:lnTo>
                    <a:pt x="1659978" y="427012"/>
                  </a:lnTo>
                  <a:lnTo>
                    <a:pt x="1684121" y="383463"/>
                  </a:lnTo>
                  <a:lnTo>
                    <a:pt x="1797888" y="124993"/>
                  </a:lnTo>
                  <a:lnTo>
                    <a:pt x="1813509" y="71907"/>
                  </a:lnTo>
                  <a:close/>
                </a:path>
                <a:path w="2093595" h="509270">
                  <a:moveTo>
                    <a:pt x="2093048" y="69799"/>
                  </a:moveTo>
                  <a:lnTo>
                    <a:pt x="2087943" y="34099"/>
                  </a:lnTo>
                  <a:lnTo>
                    <a:pt x="2061324" y="12763"/>
                  </a:lnTo>
                  <a:lnTo>
                    <a:pt x="2012200" y="5689"/>
                  </a:lnTo>
                  <a:lnTo>
                    <a:pt x="2003882" y="5689"/>
                  </a:lnTo>
                  <a:lnTo>
                    <a:pt x="2003882" y="104863"/>
                  </a:lnTo>
                  <a:lnTo>
                    <a:pt x="1996097" y="127838"/>
                  </a:lnTo>
                  <a:lnTo>
                    <a:pt x="1974519" y="176822"/>
                  </a:lnTo>
                  <a:lnTo>
                    <a:pt x="1943874" y="218008"/>
                  </a:lnTo>
                  <a:lnTo>
                    <a:pt x="1904517" y="229374"/>
                  </a:lnTo>
                  <a:lnTo>
                    <a:pt x="1873986" y="229374"/>
                  </a:lnTo>
                  <a:lnTo>
                    <a:pt x="1941182" y="76708"/>
                  </a:lnTo>
                  <a:lnTo>
                    <a:pt x="1978812" y="76708"/>
                  </a:lnTo>
                  <a:lnTo>
                    <a:pt x="1995398" y="79705"/>
                  </a:lnTo>
                  <a:lnTo>
                    <a:pt x="2003691" y="88950"/>
                  </a:lnTo>
                  <a:lnTo>
                    <a:pt x="2003882" y="104863"/>
                  </a:lnTo>
                  <a:lnTo>
                    <a:pt x="2003882" y="5689"/>
                  </a:lnTo>
                  <a:lnTo>
                    <a:pt x="1894319" y="5689"/>
                  </a:lnTo>
                  <a:lnTo>
                    <a:pt x="1675536" y="502767"/>
                  </a:lnTo>
                  <a:lnTo>
                    <a:pt x="1753654" y="502767"/>
                  </a:lnTo>
                  <a:lnTo>
                    <a:pt x="1842731" y="300393"/>
                  </a:lnTo>
                  <a:lnTo>
                    <a:pt x="1869719" y="300393"/>
                  </a:lnTo>
                  <a:lnTo>
                    <a:pt x="1891195" y="303771"/>
                  </a:lnTo>
                  <a:lnTo>
                    <a:pt x="1902307" y="314680"/>
                  </a:lnTo>
                  <a:lnTo>
                    <a:pt x="1902955" y="334251"/>
                  </a:lnTo>
                  <a:lnTo>
                    <a:pt x="1893036" y="363601"/>
                  </a:lnTo>
                  <a:lnTo>
                    <a:pt x="1858645" y="441706"/>
                  </a:lnTo>
                  <a:lnTo>
                    <a:pt x="1848231" y="466534"/>
                  </a:lnTo>
                  <a:lnTo>
                    <a:pt x="1842592" y="482625"/>
                  </a:lnTo>
                  <a:lnTo>
                    <a:pt x="1840026" y="493534"/>
                  </a:lnTo>
                  <a:lnTo>
                    <a:pt x="1838871" y="502767"/>
                  </a:lnTo>
                  <a:lnTo>
                    <a:pt x="1918411" y="502767"/>
                  </a:lnTo>
                  <a:lnTo>
                    <a:pt x="1919871" y="488950"/>
                  </a:lnTo>
                  <a:lnTo>
                    <a:pt x="1923567" y="474726"/>
                  </a:lnTo>
                  <a:lnTo>
                    <a:pt x="1929206" y="459435"/>
                  </a:lnTo>
                  <a:lnTo>
                    <a:pt x="1936457" y="442417"/>
                  </a:lnTo>
                  <a:lnTo>
                    <a:pt x="1970214" y="365721"/>
                  </a:lnTo>
                  <a:lnTo>
                    <a:pt x="1983486" y="329615"/>
                  </a:lnTo>
                  <a:lnTo>
                    <a:pt x="1987943" y="300393"/>
                  </a:lnTo>
                  <a:lnTo>
                    <a:pt x="1988083" y="299516"/>
                  </a:lnTo>
                  <a:lnTo>
                    <a:pt x="1982419" y="276059"/>
                  </a:lnTo>
                  <a:lnTo>
                    <a:pt x="1964944" y="259918"/>
                  </a:lnTo>
                  <a:lnTo>
                    <a:pt x="1994408" y="244462"/>
                  </a:lnTo>
                  <a:lnTo>
                    <a:pt x="2012035" y="229374"/>
                  </a:lnTo>
                  <a:lnTo>
                    <a:pt x="2041944" y="194106"/>
                  </a:lnTo>
                  <a:lnTo>
                    <a:pt x="2060448" y="159080"/>
                  </a:lnTo>
                  <a:lnTo>
                    <a:pt x="2077643" y="120015"/>
                  </a:lnTo>
                  <a:lnTo>
                    <a:pt x="2090928" y="76708"/>
                  </a:lnTo>
                  <a:lnTo>
                    <a:pt x="2093048" y="69799"/>
                  </a:lnTo>
                  <a:close/>
                </a:path>
              </a:pathLst>
            </a:custGeom>
            <a:solidFill>
              <a:srgbClr val="3129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1631" y="10482426"/>
              <a:ext cx="223285" cy="19883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51397" y="10480154"/>
              <a:ext cx="618490" cy="203835"/>
            </a:xfrm>
            <a:custGeom>
              <a:avLst/>
              <a:gdLst/>
              <a:ahLst/>
              <a:cxnLst/>
              <a:rect l="l" t="t" r="r" b="b"/>
              <a:pathLst>
                <a:path w="618490" h="203834">
                  <a:moveTo>
                    <a:pt x="186626" y="2273"/>
                  </a:moveTo>
                  <a:lnTo>
                    <a:pt x="158800" y="2273"/>
                  </a:lnTo>
                  <a:lnTo>
                    <a:pt x="106413" y="121285"/>
                  </a:lnTo>
                  <a:lnTo>
                    <a:pt x="126695" y="2273"/>
                  </a:lnTo>
                  <a:lnTo>
                    <a:pt x="87515" y="2273"/>
                  </a:lnTo>
                  <a:lnTo>
                    <a:pt x="0" y="201104"/>
                  </a:lnTo>
                  <a:lnTo>
                    <a:pt x="28117" y="201104"/>
                  </a:lnTo>
                  <a:lnTo>
                    <a:pt x="91503" y="57086"/>
                  </a:lnTo>
                  <a:lnTo>
                    <a:pt x="67017" y="201104"/>
                  </a:lnTo>
                  <a:lnTo>
                    <a:pt x="99110" y="201104"/>
                  </a:lnTo>
                  <a:lnTo>
                    <a:pt x="186626" y="2273"/>
                  </a:lnTo>
                  <a:close/>
                </a:path>
                <a:path w="618490" h="203834">
                  <a:moveTo>
                    <a:pt x="300824" y="2273"/>
                  </a:moveTo>
                  <a:lnTo>
                    <a:pt x="271284" y="2273"/>
                  </a:lnTo>
                  <a:lnTo>
                    <a:pt x="203784" y="155651"/>
                  </a:lnTo>
                  <a:lnTo>
                    <a:pt x="198678" y="164668"/>
                  </a:lnTo>
                  <a:lnTo>
                    <a:pt x="192811" y="170649"/>
                  </a:lnTo>
                  <a:lnTo>
                    <a:pt x="186258" y="173951"/>
                  </a:lnTo>
                  <a:lnTo>
                    <a:pt x="179082" y="174967"/>
                  </a:lnTo>
                  <a:lnTo>
                    <a:pt x="172808" y="173951"/>
                  </a:lnTo>
                  <a:lnTo>
                    <a:pt x="169176" y="170649"/>
                  </a:lnTo>
                  <a:lnTo>
                    <a:pt x="168567" y="164668"/>
                  </a:lnTo>
                  <a:lnTo>
                    <a:pt x="171411" y="155651"/>
                  </a:lnTo>
                  <a:lnTo>
                    <a:pt x="238912" y="2273"/>
                  </a:lnTo>
                  <a:lnTo>
                    <a:pt x="207670" y="2273"/>
                  </a:lnTo>
                  <a:lnTo>
                    <a:pt x="141046" y="153670"/>
                  </a:lnTo>
                  <a:lnTo>
                    <a:pt x="134658" y="174904"/>
                  </a:lnTo>
                  <a:lnTo>
                    <a:pt x="136575" y="190601"/>
                  </a:lnTo>
                  <a:lnTo>
                    <a:pt x="146862" y="200329"/>
                  </a:lnTo>
                  <a:lnTo>
                    <a:pt x="165608" y="203657"/>
                  </a:lnTo>
                  <a:lnTo>
                    <a:pt x="187286" y="200329"/>
                  </a:lnTo>
                  <a:lnTo>
                    <a:pt x="206146" y="190601"/>
                  </a:lnTo>
                  <a:lnTo>
                    <a:pt x="221881" y="174904"/>
                  </a:lnTo>
                  <a:lnTo>
                    <a:pt x="234188" y="153670"/>
                  </a:lnTo>
                  <a:lnTo>
                    <a:pt x="300824" y="2273"/>
                  </a:lnTo>
                  <a:close/>
                </a:path>
                <a:path w="618490" h="203834">
                  <a:moveTo>
                    <a:pt x="407339" y="2286"/>
                  </a:moveTo>
                  <a:lnTo>
                    <a:pt x="322148" y="2286"/>
                  </a:lnTo>
                  <a:lnTo>
                    <a:pt x="234632" y="201117"/>
                  </a:lnTo>
                  <a:lnTo>
                    <a:pt x="319836" y="201117"/>
                  </a:lnTo>
                  <a:lnTo>
                    <a:pt x="332333" y="172707"/>
                  </a:lnTo>
                  <a:lnTo>
                    <a:pt x="278371" y="172707"/>
                  </a:lnTo>
                  <a:lnTo>
                    <a:pt x="303999" y="114490"/>
                  </a:lnTo>
                  <a:lnTo>
                    <a:pt x="346887" y="114490"/>
                  </a:lnTo>
                  <a:lnTo>
                    <a:pt x="359384" y="86067"/>
                  </a:lnTo>
                  <a:lnTo>
                    <a:pt x="316509" y="86067"/>
                  </a:lnTo>
                  <a:lnTo>
                    <a:pt x="340880" y="30683"/>
                  </a:lnTo>
                  <a:lnTo>
                    <a:pt x="394843" y="30683"/>
                  </a:lnTo>
                  <a:lnTo>
                    <a:pt x="407339" y="2286"/>
                  </a:lnTo>
                  <a:close/>
                </a:path>
                <a:path w="618490" h="203834">
                  <a:moveTo>
                    <a:pt x="526376" y="2286"/>
                  </a:moveTo>
                  <a:lnTo>
                    <a:pt x="497687" y="2286"/>
                  </a:lnTo>
                  <a:lnTo>
                    <a:pt x="402450" y="164465"/>
                  </a:lnTo>
                  <a:lnTo>
                    <a:pt x="449973" y="2286"/>
                  </a:lnTo>
                  <a:lnTo>
                    <a:pt x="418452" y="2286"/>
                  </a:lnTo>
                  <a:lnTo>
                    <a:pt x="361619" y="201104"/>
                  </a:lnTo>
                  <a:lnTo>
                    <a:pt x="408190" y="201104"/>
                  </a:lnTo>
                  <a:lnTo>
                    <a:pt x="526376" y="2286"/>
                  </a:lnTo>
                  <a:close/>
                </a:path>
                <a:path w="618490" h="203834">
                  <a:moveTo>
                    <a:pt x="618134" y="28752"/>
                  </a:moveTo>
                  <a:lnTo>
                    <a:pt x="618083" y="28409"/>
                  </a:lnTo>
                  <a:lnTo>
                    <a:pt x="615924" y="13068"/>
                  </a:lnTo>
                  <a:lnTo>
                    <a:pt x="605345" y="3340"/>
                  </a:lnTo>
                  <a:lnTo>
                    <a:pt x="586473" y="0"/>
                  </a:lnTo>
                  <a:lnTo>
                    <a:pt x="584377" y="330"/>
                  </a:lnTo>
                  <a:lnTo>
                    <a:pt x="584377" y="38950"/>
                  </a:lnTo>
                  <a:lnTo>
                    <a:pt x="581533" y="48006"/>
                  </a:lnTo>
                  <a:lnTo>
                    <a:pt x="534263" y="155371"/>
                  </a:lnTo>
                  <a:lnTo>
                    <a:pt x="509460" y="174967"/>
                  </a:lnTo>
                  <a:lnTo>
                    <a:pt x="503199" y="173901"/>
                  </a:lnTo>
                  <a:lnTo>
                    <a:pt x="499605" y="170497"/>
                  </a:lnTo>
                  <a:lnTo>
                    <a:pt x="499033" y="164426"/>
                  </a:lnTo>
                  <a:lnTo>
                    <a:pt x="501891" y="155371"/>
                  </a:lnTo>
                  <a:lnTo>
                    <a:pt x="549148" y="48006"/>
                  </a:lnTo>
                  <a:lnTo>
                    <a:pt x="573976" y="28409"/>
                  </a:lnTo>
                  <a:lnTo>
                    <a:pt x="580224" y="29476"/>
                  </a:lnTo>
                  <a:lnTo>
                    <a:pt x="583819" y="32880"/>
                  </a:lnTo>
                  <a:lnTo>
                    <a:pt x="584377" y="38950"/>
                  </a:lnTo>
                  <a:lnTo>
                    <a:pt x="584377" y="330"/>
                  </a:lnTo>
                  <a:lnTo>
                    <a:pt x="545503" y="13068"/>
                  </a:lnTo>
                  <a:lnTo>
                    <a:pt x="517042" y="49987"/>
                  </a:lnTo>
                  <a:lnTo>
                    <a:pt x="471525" y="153390"/>
                  </a:lnTo>
                  <a:lnTo>
                    <a:pt x="465277" y="174625"/>
                  </a:lnTo>
                  <a:lnTo>
                    <a:pt x="467487" y="190322"/>
                  </a:lnTo>
                  <a:lnTo>
                    <a:pt x="478078" y="200037"/>
                  </a:lnTo>
                  <a:lnTo>
                    <a:pt x="496963" y="203377"/>
                  </a:lnTo>
                  <a:lnTo>
                    <a:pt x="518769" y="200037"/>
                  </a:lnTo>
                  <a:lnTo>
                    <a:pt x="537921" y="190322"/>
                  </a:lnTo>
                  <a:lnTo>
                    <a:pt x="553580" y="174967"/>
                  </a:lnTo>
                  <a:lnTo>
                    <a:pt x="553935" y="174625"/>
                  </a:lnTo>
                  <a:lnTo>
                    <a:pt x="566381" y="153390"/>
                  </a:lnTo>
                  <a:lnTo>
                    <a:pt x="611886" y="49987"/>
                  </a:lnTo>
                  <a:lnTo>
                    <a:pt x="618134" y="28752"/>
                  </a:lnTo>
                  <a:close/>
                </a:path>
              </a:pathLst>
            </a:custGeom>
            <a:solidFill>
              <a:srgbClr val="3129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68321" y="10305436"/>
              <a:ext cx="1011309" cy="10942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76787" y="2269114"/>
              <a:ext cx="5632894" cy="2278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35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INVITACIÓN RENDICION DE CUENTAS 2023</dc:title>
  <dc:creator>PLANILLAJE P NI</dc:creator>
  <cp:lastModifiedBy>PLANILLAJE P NI</cp:lastModifiedBy>
  <cp:revision>8</cp:revision>
  <dcterms:created xsi:type="dcterms:W3CDTF">2024-01-23T17:22:25Z</dcterms:created>
  <dcterms:modified xsi:type="dcterms:W3CDTF">2024-03-07T16:20:59Z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2024-01-23T00:00:00Z</vt:filetime>
  </property>
  <property fmtid="{D5CDD505-2E9C-101B-9397-08002B2CF9AE}" pid="3" name="Creator">
    <vt:lpwstr>Adobe Illustrator 28.0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2024-01-23T00:00:00Z</vt:filetime>
  </property>
  <property fmtid="{D5CDD505-2E9C-101B-9397-08002B2CF9AE}" pid="6" name="Producer">
    <vt:lpwstr>Adobe PDF library 17.00</vt:lpwstr>
  </property>
</Properties>
</file>